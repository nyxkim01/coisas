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rimo"/>
      <p:regular r:id="rId55"/>
      <p:bold r:id="rId56"/>
      <p:italic r:id="rId57"/>
      <p:boldItalic r:id="rId58"/>
    </p:embeddedFont>
    <p:embeddedFont>
      <p:font typeface="Lexend Exa Black"/>
      <p:bold r:id="rId59"/>
    </p:embeddedFont>
    <p:embeddedFont>
      <p:font typeface="Amatic SC"/>
      <p:regular r:id="rId60"/>
      <p:bold r:id="rId61"/>
    </p:embeddedFont>
    <p:embeddedFont>
      <p:font typeface="Bebas Neue"/>
      <p:regular r:id="rId62"/>
    </p:embeddedFont>
    <p:embeddedFont>
      <p:font typeface="Arimo Medium"/>
      <p:regular r:id="rId63"/>
      <p:bold r:id="rId64"/>
      <p:italic r:id="rId65"/>
      <p:boldItalic r:id="rId66"/>
    </p:embeddedFont>
    <p:embeddedFont>
      <p:font typeface="Lexend Exa ExtraBold"/>
      <p:bold r:id="rId67"/>
    </p:embeddedFont>
    <p:embeddedFont>
      <p:font typeface="Archivo"/>
      <p:regular r:id="rId68"/>
      <p:bold r:id="rId69"/>
      <p:italic r:id="rId70"/>
      <p:boldItalic r:id="rId71"/>
    </p:embeddedFont>
    <p:embeddedFont>
      <p:font typeface="Lexend Exa"/>
      <p:regular r:id="rId72"/>
      <p:bold r:id="rId7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D0281E8-2CB9-4B32-A04F-FD2CD01CB098}">
  <a:tblStyle styleId="{9D0281E8-2CB9-4B32-A04F-FD2CD01CB09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0FECA4A4-5E11-4BDF-884E-A8D440D930B4}"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LexendExa-bold.fntdata"/><Relationship Id="rId72" Type="http://schemas.openxmlformats.org/officeDocument/2006/relationships/font" Target="fonts/LexendExa-regular.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Archivo-boldItalic.fntdata"/><Relationship Id="rId70" Type="http://schemas.openxmlformats.org/officeDocument/2006/relationships/font" Target="fonts/Archivo-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BebasNeue-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ArimoMedium-bold.fntdata"/><Relationship Id="rId63" Type="http://schemas.openxmlformats.org/officeDocument/2006/relationships/font" Target="fonts/ArimoMedium-regular.fntdata"/><Relationship Id="rId22" Type="http://schemas.openxmlformats.org/officeDocument/2006/relationships/slide" Target="slides/slide16.xml"/><Relationship Id="rId66" Type="http://schemas.openxmlformats.org/officeDocument/2006/relationships/font" Target="fonts/ArimoMedium-boldItalic.fntdata"/><Relationship Id="rId21" Type="http://schemas.openxmlformats.org/officeDocument/2006/relationships/slide" Target="slides/slide15.xml"/><Relationship Id="rId65" Type="http://schemas.openxmlformats.org/officeDocument/2006/relationships/font" Target="fonts/ArimoMedium-italic.fntdata"/><Relationship Id="rId24" Type="http://schemas.openxmlformats.org/officeDocument/2006/relationships/slide" Target="slides/slide18.xml"/><Relationship Id="rId68" Type="http://schemas.openxmlformats.org/officeDocument/2006/relationships/font" Target="fonts/Archivo-regular.fntdata"/><Relationship Id="rId23" Type="http://schemas.openxmlformats.org/officeDocument/2006/relationships/slide" Target="slides/slide17.xml"/><Relationship Id="rId67" Type="http://schemas.openxmlformats.org/officeDocument/2006/relationships/font" Target="fonts/LexendExaExtraBold-bold.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rchivo-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rimo-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Arimo-italic.fntdata"/><Relationship Id="rId12" Type="http://schemas.openxmlformats.org/officeDocument/2006/relationships/slide" Target="slides/slide6.xml"/><Relationship Id="rId56" Type="http://schemas.openxmlformats.org/officeDocument/2006/relationships/font" Target="fonts/Arimo-bold.fntdata"/><Relationship Id="rId15" Type="http://schemas.openxmlformats.org/officeDocument/2006/relationships/slide" Target="slides/slide9.xml"/><Relationship Id="rId59" Type="http://schemas.openxmlformats.org/officeDocument/2006/relationships/font" Target="fonts/LexendExaBlack-bold.fntdata"/><Relationship Id="rId14" Type="http://schemas.openxmlformats.org/officeDocument/2006/relationships/slide" Target="slides/slide8.xml"/><Relationship Id="rId58" Type="http://schemas.openxmlformats.org/officeDocument/2006/relationships/font" Target="fonts/Arimo-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 name="Shape 216"/>
        <p:cNvGrpSpPr/>
        <p:nvPr/>
      </p:nvGrpSpPr>
      <p:grpSpPr>
        <a:xfrm>
          <a:off x="0" y="0"/>
          <a:ext cx="0" cy="0"/>
          <a:chOff x="0" y="0"/>
          <a:chExt cx="0" cy="0"/>
        </a:xfrm>
      </p:grpSpPr>
      <p:sp>
        <p:nvSpPr>
          <p:cNvPr id="217" name="Google Shape;217;g260c26f984a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 name="Google Shape;218;g260c26f984a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 name="Shape 230"/>
        <p:cNvGrpSpPr/>
        <p:nvPr/>
      </p:nvGrpSpPr>
      <p:grpSpPr>
        <a:xfrm>
          <a:off x="0" y="0"/>
          <a:ext cx="0" cy="0"/>
          <a:chOff x="0" y="0"/>
          <a:chExt cx="0" cy="0"/>
        </a:xfrm>
      </p:grpSpPr>
      <p:sp>
        <p:nvSpPr>
          <p:cNvPr id="231" name="Google Shape;231;g260c26f984a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 name="Google Shape;232;g260c26f984a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 name="Shape 247"/>
        <p:cNvGrpSpPr/>
        <p:nvPr/>
      </p:nvGrpSpPr>
      <p:grpSpPr>
        <a:xfrm>
          <a:off x="0" y="0"/>
          <a:ext cx="0" cy="0"/>
          <a:chOff x="0" y="0"/>
          <a:chExt cx="0" cy="0"/>
        </a:xfrm>
      </p:grpSpPr>
      <p:sp>
        <p:nvSpPr>
          <p:cNvPr id="248" name="Google Shape;248;g260c26f984a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260c26f984a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 name="Shape 257"/>
        <p:cNvGrpSpPr/>
        <p:nvPr/>
      </p:nvGrpSpPr>
      <p:grpSpPr>
        <a:xfrm>
          <a:off x="0" y="0"/>
          <a:ext cx="0" cy="0"/>
          <a:chOff x="0" y="0"/>
          <a:chExt cx="0" cy="0"/>
        </a:xfrm>
      </p:grpSpPr>
      <p:sp>
        <p:nvSpPr>
          <p:cNvPr id="258" name="Google Shape;258;g260c26f984a_0_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 name="Google Shape;259;g260c26f984a_0_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 name="Shape 263"/>
        <p:cNvGrpSpPr/>
        <p:nvPr/>
      </p:nvGrpSpPr>
      <p:grpSpPr>
        <a:xfrm>
          <a:off x="0" y="0"/>
          <a:ext cx="0" cy="0"/>
          <a:chOff x="0" y="0"/>
          <a:chExt cx="0" cy="0"/>
        </a:xfrm>
      </p:grpSpPr>
      <p:sp>
        <p:nvSpPr>
          <p:cNvPr id="264" name="Google Shape;264;g2610f00ee08_0_21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 name="Google Shape;265;g2610f00ee08_0_21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 name="Shape 274"/>
        <p:cNvGrpSpPr/>
        <p:nvPr/>
      </p:nvGrpSpPr>
      <p:grpSpPr>
        <a:xfrm>
          <a:off x="0" y="0"/>
          <a:ext cx="0" cy="0"/>
          <a:chOff x="0" y="0"/>
          <a:chExt cx="0" cy="0"/>
        </a:xfrm>
      </p:grpSpPr>
      <p:sp>
        <p:nvSpPr>
          <p:cNvPr id="275" name="Google Shape;275;g2610f00ee08_0_220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 name="Google Shape;276;g2610f00ee08_0_22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 name="Shape 285"/>
        <p:cNvGrpSpPr/>
        <p:nvPr/>
      </p:nvGrpSpPr>
      <p:grpSpPr>
        <a:xfrm>
          <a:off x="0" y="0"/>
          <a:ext cx="0" cy="0"/>
          <a:chOff x="0" y="0"/>
          <a:chExt cx="0" cy="0"/>
        </a:xfrm>
      </p:grpSpPr>
      <p:sp>
        <p:nvSpPr>
          <p:cNvPr id="286" name="Google Shape;286;g2610f00ee08_0_220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7" name="Google Shape;287;g2610f00ee08_0_220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 name="Shape 298"/>
        <p:cNvGrpSpPr/>
        <p:nvPr/>
      </p:nvGrpSpPr>
      <p:grpSpPr>
        <a:xfrm>
          <a:off x="0" y="0"/>
          <a:ext cx="0" cy="0"/>
          <a:chOff x="0" y="0"/>
          <a:chExt cx="0" cy="0"/>
        </a:xfrm>
      </p:grpSpPr>
      <p:sp>
        <p:nvSpPr>
          <p:cNvPr id="299" name="Google Shape;299;g2610f00ee08_0_22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 name="Google Shape;300;g2610f00ee08_0_22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 name="Shape 315"/>
        <p:cNvGrpSpPr/>
        <p:nvPr/>
      </p:nvGrpSpPr>
      <p:grpSpPr>
        <a:xfrm>
          <a:off x="0" y="0"/>
          <a:ext cx="0" cy="0"/>
          <a:chOff x="0" y="0"/>
          <a:chExt cx="0" cy="0"/>
        </a:xfrm>
      </p:grpSpPr>
      <p:sp>
        <p:nvSpPr>
          <p:cNvPr id="316" name="Google Shape;316;g2610f00ee08_0_22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 name="Google Shape;317;g2610f00ee08_0_22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 name="Shape 321"/>
        <p:cNvGrpSpPr/>
        <p:nvPr/>
      </p:nvGrpSpPr>
      <p:grpSpPr>
        <a:xfrm>
          <a:off x="0" y="0"/>
          <a:ext cx="0" cy="0"/>
          <a:chOff x="0" y="0"/>
          <a:chExt cx="0" cy="0"/>
        </a:xfrm>
      </p:grpSpPr>
      <p:sp>
        <p:nvSpPr>
          <p:cNvPr id="322" name="Google Shape;322;g2610f00ee08_0_22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 name="Google Shape;323;g2610f00ee08_0_22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 name="Shape 334"/>
        <p:cNvGrpSpPr/>
        <p:nvPr/>
      </p:nvGrpSpPr>
      <p:grpSpPr>
        <a:xfrm>
          <a:off x="0" y="0"/>
          <a:ext cx="0" cy="0"/>
          <a:chOff x="0" y="0"/>
          <a:chExt cx="0" cy="0"/>
        </a:xfrm>
      </p:grpSpPr>
      <p:sp>
        <p:nvSpPr>
          <p:cNvPr id="335" name="Google Shape;335;g2610f00ee08_0_22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6" name="Google Shape;336;g2610f00ee08_0_22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2610f00ee08_0_22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2610f00ee08_0_22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 name="Shape 355"/>
        <p:cNvGrpSpPr/>
        <p:nvPr/>
      </p:nvGrpSpPr>
      <p:grpSpPr>
        <a:xfrm>
          <a:off x="0" y="0"/>
          <a:ext cx="0" cy="0"/>
          <a:chOff x="0" y="0"/>
          <a:chExt cx="0" cy="0"/>
        </a:xfrm>
      </p:grpSpPr>
      <p:sp>
        <p:nvSpPr>
          <p:cNvPr id="356" name="Google Shape;356;g2610f00ee08_0_22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 name="Google Shape;357;g2610f00ee08_0_22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2610f00ee08_0_22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2610f00ee08_0_22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 name="Shape 404"/>
        <p:cNvGrpSpPr/>
        <p:nvPr/>
      </p:nvGrpSpPr>
      <p:grpSpPr>
        <a:xfrm>
          <a:off x="0" y="0"/>
          <a:ext cx="0" cy="0"/>
          <a:chOff x="0" y="0"/>
          <a:chExt cx="0" cy="0"/>
        </a:xfrm>
      </p:grpSpPr>
      <p:sp>
        <p:nvSpPr>
          <p:cNvPr id="405" name="Google Shape;405;g2610f00ee08_0_22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 name="Google Shape;406;g2610f00ee08_0_22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 name="Shape 418"/>
        <p:cNvGrpSpPr/>
        <p:nvPr/>
      </p:nvGrpSpPr>
      <p:grpSpPr>
        <a:xfrm>
          <a:off x="0" y="0"/>
          <a:ext cx="0" cy="0"/>
          <a:chOff x="0" y="0"/>
          <a:chExt cx="0" cy="0"/>
        </a:xfrm>
      </p:grpSpPr>
      <p:sp>
        <p:nvSpPr>
          <p:cNvPr id="419" name="Google Shape;419;g2610f00ee08_0_22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0" name="Google Shape;420;g2610f00ee08_0_22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 name="Shape 443"/>
        <p:cNvGrpSpPr/>
        <p:nvPr/>
      </p:nvGrpSpPr>
      <p:grpSpPr>
        <a:xfrm>
          <a:off x="0" y="0"/>
          <a:ext cx="0" cy="0"/>
          <a:chOff x="0" y="0"/>
          <a:chExt cx="0" cy="0"/>
        </a:xfrm>
      </p:grpSpPr>
      <p:sp>
        <p:nvSpPr>
          <p:cNvPr id="444" name="Google Shape;444;g2610f00ee08_0_22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 name="Google Shape;445;g2610f00ee08_0_22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 name="Shape 471"/>
        <p:cNvGrpSpPr/>
        <p:nvPr/>
      </p:nvGrpSpPr>
      <p:grpSpPr>
        <a:xfrm>
          <a:off x="0" y="0"/>
          <a:ext cx="0" cy="0"/>
          <a:chOff x="0" y="0"/>
          <a:chExt cx="0" cy="0"/>
        </a:xfrm>
      </p:grpSpPr>
      <p:sp>
        <p:nvSpPr>
          <p:cNvPr id="472" name="Google Shape;472;g2610f00ee08_0_22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3" name="Google Shape;473;g2610f00ee08_0_22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 name="Shape 496"/>
        <p:cNvGrpSpPr/>
        <p:nvPr/>
      </p:nvGrpSpPr>
      <p:grpSpPr>
        <a:xfrm>
          <a:off x="0" y="0"/>
          <a:ext cx="0" cy="0"/>
          <a:chOff x="0" y="0"/>
          <a:chExt cx="0" cy="0"/>
        </a:xfrm>
      </p:grpSpPr>
      <p:sp>
        <p:nvSpPr>
          <p:cNvPr id="497" name="Google Shape;497;g2610f00ee08_0_223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8" name="Google Shape;498;g2610f00ee08_0_223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 name="Shape 518"/>
        <p:cNvGrpSpPr/>
        <p:nvPr/>
      </p:nvGrpSpPr>
      <p:grpSpPr>
        <a:xfrm>
          <a:off x="0" y="0"/>
          <a:ext cx="0" cy="0"/>
          <a:chOff x="0" y="0"/>
          <a:chExt cx="0" cy="0"/>
        </a:xfrm>
      </p:grpSpPr>
      <p:sp>
        <p:nvSpPr>
          <p:cNvPr id="519" name="Google Shape;519;g2610f00ee08_0_224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 name="Google Shape;520;g2610f00ee08_0_224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2610f00ee08_0_21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2610f00ee08_0_21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2610f00ee08_0_109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2610f00ee08_0_109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2610f00ee08_0_10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2610f00ee08_0_10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2610f00ee08_0_109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2610f00ee08_0_109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2610f00ee08_0_11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2610f00ee08_0_11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 name="Shape 580"/>
        <p:cNvGrpSpPr/>
        <p:nvPr/>
      </p:nvGrpSpPr>
      <p:grpSpPr>
        <a:xfrm>
          <a:off x="0" y="0"/>
          <a:ext cx="0" cy="0"/>
          <a:chOff x="0" y="0"/>
          <a:chExt cx="0" cy="0"/>
        </a:xfrm>
      </p:grpSpPr>
      <p:sp>
        <p:nvSpPr>
          <p:cNvPr id="581" name="Google Shape;581;g2610f00ee08_0_110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 name="Google Shape;582;g2610f00ee08_0_110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 name="Shape 917"/>
        <p:cNvGrpSpPr/>
        <p:nvPr/>
      </p:nvGrpSpPr>
      <p:grpSpPr>
        <a:xfrm>
          <a:off x="0" y="0"/>
          <a:ext cx="0" cy="0"/>
          <a:chOff x="0" y="0"/>
          <a:chExt cx="0" cy="0"/>
        </a:xfrm>
      </p:grpSpPr>
      <p:sp>
        <p:nvSpPr>
          <p:cNvPr id="918" name="Google Shape;918;g2610f00ee08_0_11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9" name="Google Shape;919;g2610f00ee08_0_11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1" name="Shape 6831"/>
        <p:cNvGrpSpPr/>
        <p:nvPr/>
      </p:nvGrpSpPr>
      <p:grpSpPr>
        <a:xfrm>
          <a:off x="0" y="0"/>
          <a:ext cx="0" cy="0"/>
          <a:chOff x="0" y="0"/>
          <a:chExt cx="0" cy="0"/>
        </a:xfrm>
      </p:grpSpPr>
      <p:sp>
        <p:nvSpPr>
          <p:cNvPr id="6832" name="Google Shape;6832;g2610f00ee08_0_17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3" name="Google Shape;6833;g2610f00ee08_0_17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58" name="Shape 7258"/>
        <p:cNvGrpSpPr/>
        <p:nvPr/>
      </p:nvGrpSpPr>
      <p:grpSpPr>
        <a:xfrm>
          <a:off x="0" y="0"/>
          <a:ext cx="0" cy="0"/>
          <a:chOff x="0" y="0"/>
          <a:chExt cx="0" cy="0"/>
        </a:xfrm>
      </p:grpSpPr>
      <p:sp>
        <p:nvSpPr>
          <p:cNvPr id="7259" name="Google Shape;7259;g2610f00ee08_0_17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0" name="Google Shape;7260;g2610f00ee08_0_17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1" name="Shape 7421"/>
        <p:cNvGrpSpPr/>
        <p:nvPr/>
      </p:nvGrpSpPr>
      <p:grpSpPr>
        <a:xfrm>
          <a:off x="0" y="0"/>
          <a:ext cx="0" cy="0"/>
          <a:chOff x="0" y="0"/>
          <a:chExt cx="0" cy="0"/>
        </a:xfrm>
      </p:grpSpPr>
      <p:sp>
        <p:nvSpPr>
          <p:cNvPr id="7422" name="Google Shape;7422;g2610f00ee08_0_178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3" name="Google Shape;7423;g2610f00ee08_0_178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23" name="Shape 7823"/>
        <p:cNvGrpSpPr/>
        <p:nvPr/>
      </p:nvGrpSpPr>
      <p:grpSpPr>
        <a:xfrm>
          <a:off x="0" y="0"/>
          <a:ext cx="0" cy="0"/>
          <a:chOff x="0" y="0"/>
          <a:chExt cx="0" cy="0"/>
        </a:xfrm>
      </p:grpSpPr>
      <p:sp>
        <p:nvSpPr>
          <p:cNvPr id="7824" name="Google Shape;7824;g2610f00ee08_0_18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5" name="Google Shape;7825;g2610f00ee08_0_18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4" name="Shape 8194"/>
        <p:cNvGrpSpPr/>
        <p:nvPr/>
      </p:nvGrpSpPr>
      <p:grpSpPr>
        <a:xfrm>
          <a:off x="0" y="0"/>
          <a:ext cx="0" cy="0"/>
          <a:chOff x="0" y="0"/>
          <a:chExt cx="0" cy="0"/>
        </a:xfrm>
      </p:grpSpPr>
      <p:sp>
        <p:nvSpPr>
          <p:cNvPr id="8195" name="Google Shape;8195;g2610f00ee08_0_18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6" name="Google Shape;8196;g2610f00ee08_0_18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8" name="Shape 8508"/>
        <p:cNvGrpSpPr/>
        <p:nvPr/>
      </p:nvGrpSpPr>
      <p:grpSpPr>
        <a:xfrm>
          <a:off x="0" y="0"/>
          <a:ext cx="0" cy="0"/>
          <a:chOff x="0" y="0"/>
          <a:chExt cx="0" cy="0"/>
        </a:xfrm>
      </p:grpSpPr>
      <p:sp>
        <p:nvSpPr>
          <p:cNvPr id="8509" name="Google Shape;8509;g2610f00ee08_0_18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0" name="Google Shape;8510;g2610f00ee08_0_18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9" name="Shape 8799"/>
        <p:cNvGrpSpPr/>
        <p:nvPr/>
      </p:nvGrpSpPr>
      <p:grpSpPr>
        <a:xfrm>
          <a:off x="0" y="0"/>
          <a:ext cx="0" cy="0"/>
          <a:chOff x="0" y="0"/>
          <a:chExt cx="0" cy="0"/>
        </a:xfrm>
      </p:grpSpPr>
      <p:sp>
        <p:nvSpPr>
          <p:cNvPr id="8800" name="Google Shape;8800;g2610f00ee08_0_19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1" name="Google Shape;8801;g2610f00ee08_0_19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8" name="Shape 9158"/>
        <p:cNvGrpSpPr/>
        <p:nvPr/>
      </p:nvGrpSpPr>
      <p:grpSpPr>
        <a:xfrm>
          <a:off x="0" y="0"/>
          <a:ext cx="0" cy="0"/>
          <a:chOff x="0" y="0"/>
          <a:chExt cx="0" cy="0"/>
        </a:xfrm>
      </p:grpSpPr>
      <p:sp>
        <p:nvSpPr>
          <p:cNvPr id="9159" name="Google Shape;9159;g2610f00ee08_0_196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0" name="Google Shape;9160;g2610f00ee08_0_196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5" name="Shape 9575"/>
        <p:cNvGrpSpPr/>
        <p:nvPr/>
      </p:nvGrpSpPr>
      <p:grpSpPr>
        <a:xfrm>
          <a:off x="0" y="0"/>
          <a:ext cx="0" cy="0"/>
          <a:chOff x="0" y="0"/>
          <a:chExt cx="0" cy="0"/>
        </a:xfrm>
      </p:grpSpPr>
      <p:sp>
        <p:nvSpPr>
          <p:cNvPr id="9576" name="Google Shape;9576;g2610f00ee08_0_20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7" name="Google Shape;9577;g2610f00ee08_0_20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5" name="Shape 9915"/>
        <p:cNvGrpSpPr/>
        <p:nvPr/>
      </p:nvGrpSpPr>
      <p:grpSpPr>
        <a:xfrm>
          <a:off x="0" y="0"/>
          <a:ext cx="0" cy="0"/>
          <a:chOff x="0" y="0"/>
          <a:chExt cx="0" cy="0"/>
        </a:xfrm>
      </p:grpSpPr>
      <p:sp>
        <p:nvSpPr>
          <p:cNvPr id="9916" name="Google Shape;9916;g2610f00ee08_0_20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17" name="Google Shape;9917;g2610f00ee08_0_20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03" name="Shape 10103"/>
        <p:cNvGrpSpPr/>
        <p:nvPr/>
      </p:nvGrpSpPr>
      <p:grpSpPr>
        <a:xfrm>
          <a:off x="0" y="0"/>
          <a:ext cx="0" cy="0"/>
          <a:chOff x="0" y="0"/>
          <a:chExt cx="0" cy="0"/>
        </a:xfrm>
      </p:grpSpPr>
      <p:sp>
        <p:nvSpPr>
          <p:cNvPr id="10104" name="Google Shape;10104;g2610f00ee08_0_20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5" name="Google Shape;10105;g2610f00ee08_0_20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9" name="Shape 10349"/>
        <p:cNvGrpSpPr/>
        <p:nvPr/>
      </p:nvGrpSpPr>
      <p:grpSpPr>
        <a:xfrm>
          <a:off x="0" y="0"/>
          <a:ext cx="0" cy="0"/>
          <a:chOff x="0" y="0"/>
          <a:chExt cx="0" cy="0"/>
        </a:xfrm>
      </p:grpSpPr>
      <p:sp>
        <p:nvSpPr>
          <p:cNvPr id="10350" name="Google Shape;10350;g2610f00ee08_0_219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51" name="Google Shape;10351;g2610f00ee08_0_219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hyperlink" Target="https://bit.ly/3A1uf1Q" TargetMode="External"/><Relationship Id="rId5" Type="http://schemas.openxmlformats.org/officeDocument/2006/relationships/hyperlink" Target="http://bit.ly/2TyoMsr" TargetMode="External"/><Relationship Id="rId6"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51370" l="17154" r="15786" t="27799"/>
          <a:stretch/>
        </p:blipFill>
        <p:spPr>
          <a:xfrm flipH="1" rot="10800000">
            <a:off x="3723975" y="4302625"/>
            <a:ext cx="5420323" cy="886950"/>
          </a:xfrm>
          <a:prstGeom prst="rect">
            <a:avLst/>
          </a:prstGeom>
          <a:noFill/>
          <a:ln>
            <a:noFill/>
          </a:ln>
        </p:spPr>
      </p:pic>
      <p:pic>
        <p:nvPicPr>
          <p:cNvPr id="10" name="Google Shape;10;p2"/>
          <p:cNvPicPr preferRelativeResize="0"/>
          <p:nvPr/>
        </p:nvPicPr>
        <p:blipFill rotWithShape="1">
          <a:blip r:embed="rId3">
            <a:alphaModFix/>
          </a:blip>
          <a:srcRect b="15315" l="45323" r="44059" t="17777"/>
          <a:stretch/>
        </p:blipFill>
        <p:spPr>
          <a:xfrm>
            <a:off x="8486900" y="683825"/>
            <a:ext cx="659573" cy="4138476"/>
          </a:xfrm>
          <a:prstGeom prst="rect">
            <a:avLst/>
          </a:prstGeom>
          <a:noFill/>
          <a:ln>
            <a:noFill/>
          </a:ln>
        </p:spPr>
      </p:pic>
      <p:pic>
        <p:nvPicPr>
          <p:cNvPr id="11" name="Google Shape;11;p2"/>
          <p:cNvPicPr preferRelativeResize="0"/>
          <p:nvPr/>
        </p:nvPicPr>
        <p:blipFill rotWithShape="1">
          <a:blip r:embed="rId2">
            <a:alphaModFix/>
          </a:blip>
          <a:srcRect b="51370" l="17154" r="15786" t="27799"/>
          <a:stretch/>
        </p:blipFill>
        <p:spPr>
          <a:xfrm>
            <a:off x="-316100" y="-74650"/>
            <a:ext cx="5287502" cy="886950"/>
          </a:xfrm>
          <a:prstGeom prst="rect">
            <a:avLst/>
          </a:prstGeom>
          <a:noFill/>
          <a:ln>
            <a:noFill/>
          </a:ln>
        </p:spPr>
      </p:pic>
      <p:pic>
        <p:nvPicPr>
          <p:cNvPr id="12" name="Google Shape;12;p2"/>
          <p:cNvPicPr preferRelativeResize="0"/>
          <p:nvPr/>
        </p:nvPicPr>
        <p:blipFill rotWithShape="1">
          <a:blip r:embed="rId3">
            <a:alphaModFix/>
          </a:blip>
          <a:srcRect b="15315" l="45323" r="44059" t="17777"/>
          <a:stretch/>
        </p:blipFill>
        <p:spPr>
          <a:xfrm>
            <a:off x="227775" y="410100"/>
            <a:ext cx="659573" cy="1016399"/>
          </a:xfrm>
          <a:prstGeom prst="rect">
            <a:avLst/>
          </a:prstGeom>
          <a:noFill/>
          <a:ln>
            <a:noFill/>
          </a:ln>
        </p:spPr>
      </p:pic>
      <p:sp>
        <p:nvSpPr>
          <p:cNvPr id="13" name="Google Shape;13;p2"/>
          <p:cNvSpPr txBox="1"/>
          <p:nvPr>
            <p:ph type="ctrTitle"/>
          </p:nvPr>
        </p:nvSpPr>
        <p:spPr>
          <a:xfrm>
            <a:off x="820350" y="1463300"/>
            <a:ext cx="7503300" cy="17292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b="1" sz="4500">
                <a:latin typeface="Lexend Exa"/>
                <a:ea typeface="Lexend Exa"/>
                <a:cs typeface="Lexend Exa"/>
                <a:sym typeface="Lexend Exa"/>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4" name="Google Shape;14;p2"/>
          <p:cNvSpPr txBox="1"/>
          <p:nvPr>
            <p:ph idx="1" type="subTitle"/>
          </p:nvPr>
        </p:nvSpPr>
        <p:spPr>
          <a:xfrm>
            <a:off x="820350" y="3229300"/>
            <a:ext cx="7503300" cy="450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600">
                <a:solidFill>
                  <a:schemeClr val="dk1"/>
                </a:solidFill>
                <a:latin typeface="Arimo"/>
                <a:ea typeface="Arimo"/>
                <a:cs typeface="Arimo"/>
                <a:sym typeface="Arimo"/>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cxnSp>
        <p:nvCxnSpPr>
          <p:cNvPr id="15" name="Google Shape;15;p2"/>
          <p:cNvCxnSpPr/>
          <p:nvPr/>
        </p:nvCxnSpPr>
        <p:spPr>
          <a:xfrm>
            <a:off x="534050" y="683825"/>
            <a:ext cx="0" cy="2700000"/>
          </a:xfrm>
          <a:prstGeom prst="straightConnector1">
            <a:avLst/>
          </a:prstGeom>
          <a:noFill/>
          <a:ln cap="flat" cmpd="sng" w="19050">
            <a:solidFill>
              <a:schemeClr val="dk1"/>
            </a:solidFill>
            <a:prstDash val="solid"/>
            <a:round/>
            <a:headEnd len="med" w="med" type="none"/>
            <a:tailEnd len="med" w="med" type="none"/>
          </a:ln>
        </p:spPr>
      </p:cxnSp>
      <p:cxnSp>
        <p:nvCxnSpPr>
          <p:cNvPr id="16" name="Google Shape;16;p2"/>
          <p:cNvCxnSpPr/>
          <p:nvPr/>
        </p:nvCxnSpPr>
        <p:spPr>
          <a:xfrm rot="10800000">
            <a:off x="1671000" y="4746100"/>
            <a:ext cx="5287500" cy="0"/>
          </a:xfrm>
          <a:prstGeom prst="straightConnector1">
            <a:avLst/>
          </a:prstGeom>
          <a:noFill/>
          <a:ln cap="flat" cmpd="sng" w="19050">
            <a:solidFill>
              <a:schemeClr val="dk1"/>
            </a:solidFill>
            <a:prstDash val="solid"/>
            <a:round/>
            <a:headEnd len="med" w="med" type="none"/>
            <a:tailEnd len="med" w="med" type="none"/>
          </a:ln>
        </p:spPr>
      </p:cxnSp>
      <p:cxnSp>
        <p:nvCxnSpPr>
          <p:cNvPr id="17" name="Google Shape;17;p2"/>
          <p:cNvCxnSpPr/>
          <p:nvPr/>
        </p:nvCxnSpPr>
        <p:spPr>
          <a:xfrm>
            <a:off x="8816700" y="0"/>
            <a:ext cx="0" cy="9498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8" name="Shape 18"/>
        <p:cNvGrpSpPr/>
        <p:nvPr/>
      </p:nvGrpSpPr>
      <p:grpSpPr>
        <a:xfrm>
          <a:off x="0" y="0"/>
          <a:ext cx="0" cy="0"/>
          <a:chOff x="0" y="0"/>
          <a:chExt cx="0" cy="0"/>
        </a:xfrm>
      </p:grpSpPr>
      <p:pic>
        <p:nvPicPr>
          <p:cNvPr id="19" name="Google Shape;19;p3"/>
          <p:cNvPicPr preferRelativeResize="0"/>
          <p:nvPr/>
        </p:nvPicPr>
        <p:blipFill rotWithShape="1">
          <a:blip r:embed="rId2">
            <a:alphaModFix/>
          </a:blip>
          <a:srcRect b="52666" l="17154" r="15786" t="27799"/>
          <a:stretch/>
        </p:blipFill>
        <p:spPr>
          <a:xfrm>
            <a:off x="2216151" y="-58837"/>
            <a:ext cx="6927850" cy="831724"/>
          </a:xfrm>
          <a:prstGeom prst="rect">
            <a:avLst/>
          </a:prstGeom>
          <a:noFill/>
          <a:ln>
            <a:noFill/>
          </a:ln>
        </p:spPr>
      </p:pic>
      <p:pic>
        <p:nvPicPr>
          <p:cNvPr id="20" name="Google Shape;20;p3"/>
          <p:cNvPicPr preferRelativeResize="0"/>
          <p:nvPr/>
        </p:nvPicPr>
        <p:blipFill rotWithShape="1">
          <a:blip r:embed="rId3">
            <a:alphaModFix/>
          </a:blip>
          <a:srcRect b="15315" l="45323" r="44059" t="17777"/>
          <a:stretch/>
        </p:blipFill>
        <p:spPr>
          <a:xfrm flipH="1" rot="10800000">
            <a:off x="8328250" y="394050"/>
            <a:ext cx="659573" cy="1039001"/>
          </a:xfrm>
          <a:prstGeom prst="rect">
            <a:avLst/>
          </a:prstGeom>
          <a:noFill/>
          <a:ln>
            <a:noFill/>
          </a:ln>
        </p:spPr>
      </p:pic>
      <p:pic>
        <p:nvPicPr>
          <p:cNvPr id="21" name="Google Shape;21;p3"/>
          <p:cNvPicPr preferRelativeResize="0"/>
          <p:nvPr/>
        </p:nvPicPr>
        <p:blipFill rotWithShape="1">
          <a:blip r:embed="rId3">
            <a:alphaModFix/>
          </a:blip>
          <a:srcRect b="15315" l="45323" r="44059" t="17777"/>
          <a:stretch/>
        </p:blipFill>
        <p:spPr>
          <a:xfrm>
            <a:off x="8328250" y="4049125"/>
            <a:ext cx="659573" cy="831700"/>
          </a:xfrm>
          <a:prstGeom prst="rect">
            <a:avLst/>
          </a:prstGeom>
          <a:noFill/>
          <a:ln>
            <a:noFill/>
          </a:ln>
        </p:spPr>
      </p:pic>
      <p:pic>
        <p:nvPicPr>
          <p:cNvPr id="22" name="Google Shape;22;p3"/>
          <p:cNvPicPr preferRelativeResize="0"/>
          <p:nvPr/>
        </p:nvPicPr>
        <p:blipFill rotWithShape="1">
          <a:blip r:embed="rId2">
            <a:alphaModFix/>
          </a:blip>
          <a:srcRect b="52666" l="17154" r="15786" t="27799"/>
          <a:stretch/>
        </p:blipFill>
        <p:spPr>
          <a:xfrm flipH="1" rot="10800000">
            <a:off x="-77225" y="4260613"/>
            <a:ext cx="5745523" cy="907024"/>
          </a:xfrm>
          <a:prstGeom prst="rect">
            <a:avLst/>
          </a:prstGeom>
          <a:noFill/>
          <a:ln>
            <a:noFill/>
          </a:ln>
        </p:spPr>
      </p:pic>
      <p:pic>
        <p:nvPicPr>
          <p:cNvPr id="23" name="Google Shape;23;p3"/>
          <p:cNvPicPr preferRelativeResize="0"/>
          <p:nvPr/>
        </p:nvPicPr>
        <p:blipFill rotWithShape="1">
          <a:blip r:embed="rId3">
            <a:alphaModFix/>
          </a:blip>
          <a:srcRect b="15315" l="45323" r="44059" t="17777"/>
          <a:stretch/>
        </p:blipFill>
        <p:spPr>
          <a:xfrm flipH="1" rot="10800000">
            <a:off x="342375" y="1901799"/>
            <a:ext cx="659573" cy="2825051"/>
          </a:xfrm>
          <a:prstGeom prst="rect">
            <a:avLst/>
          </a:prstGeom>
          <a:noFill/>
          <a:ln>
            <a:noFill/>
          </a:ln>
        </p:spPr>
      </p:pic>
      <p:sp>
        <p:nvSpPr>
          <p:cNvPr id="24" name="Google Shape;24;p3"/>
          <p:cNvSpPr txBox="1"/>
          <p:nvPr>
            <p:ph type="title"/>
          </p:nvPr>
        </p:nvSpPr>
        <p:spPr>
          <a:xfrm>
            <a:off x="1281900" y="2491500"/>
            <a:ext cx="6580200" cy="915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4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5" name="Google Shape;25;p3"/>
          <p:cNvSpPr txBox="1"/>
          <p:nvPr>
            <p:ph hasCustomPrompt="1" idx="2" type="title"/>
          </p:nvPr>
        </p:nvSpPr>
        <p:spPr>
          <a:xfrm>
            <a:off x="3614850" y="1583700"/>
            <a:ext cx="1914300" cy="98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000"/>
              <a:buNone/>
              <a:defRPr sz="6000"/>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cxnSp>
        <p:nvCxnSpPr>
          <p:cNvPr id="26" name="Google Shape;26;p3"/>
          <p:cNvCxnSpPr/>
          <p:nvPr/>
        </p:nvCxnSpPr>
        <p:spPr>
          <a:xfrm>
            <a:off x="672175" y="693675"/>
            <a:ext cx="0" cy="2700000"/>
          </a:xfrm>
          <a:prstGeom prst="straightConnector1">
            <a:avLst/>
          </a:prstGeom>
          <a:noFill/>
          <a:ln cap="flat" cmpd="sng" w="19050">
            <a:solidFill>
              <a:schemeClr val="dk1"/>
            </a:solidFill>
            <a:prstDash val="solid"/>
            <a:round/>
            <a:headEnd len="med" w="med" type="none"/>
            <a:tailEnd len="med" w="med" type="none"/>
          </a:ln>
        </p:spPr>
      </p:cxnSp>
      <p:cxnSp>
        <p:nvCxnSpPr>
          <p:cNvPr id="27" name="Google Shape;27;p3"/>
          <p:cNvCxnSpPr/>
          <p:nvPr/>
        </p:nvCxnSpPr>
        <p:spPr>
          <a:xfrm>
            <a:off x="8658050" y="693675"/>
            <a:ext cx="0" cy="37503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8" name="Shape 28"/>
        <p:cNvGrpSpPr/>
        <p:nvPr/>
      </p:nvGrpSpPr>
      <p:grpSpPr>
        <a:xfrm>
          <a:off x="0" y="0"/>
          <a:ext cx="0" cy="0"/>
          <a:chOff x="0" y="0"/>
          <a:chExt cx="0" cy="0"/>
        </a:xfrm>
      </p:grpSpPr>
      <p:pic>
        <p:nvPicPr>
          <p:cNvPr id="29" name="Google Shape;29;p4"/>
          <p:cNvPicPr preferRelativeResize="0"/>
          <p:nvPr/>
        </p:nvPicPr>
        <p:blipFill rotWithShape="1">
          <a:blip r:embed="rId2">
            <a:alphaModFix/>
          </a:blip>
          <a:srcRect b="15315" l="45323" r="44059" t="17777"/>
          <a:stretch/>
        </p:blipFill>
        <p:spPr>
          <a:xfrm>
            <a:off x="-73775" y="2451275"/>
            <a:ext cx="659573" cy="2741399"/>
          </a:xfrm>
          <a:prstGeom prst="rect">
            <a:avLst/>
          </a:prstGeom>
          <a:noFill/>
          <a:ln>
            <a:noFill/>
          </a:ln>
        </p:spPr>
      </p:pic>
      <p:pic>
        <p:nvPicPr>
          <p:cNvPr id="30" name="Google Shape;30;p4"/>
          <p:cNvPicPr preferRelativeResize="0"/>
          <p:nvPr/>
        </p:nvPicPr>
        <p:blipFill rotWithShape="1">
          <a:blip r:embed="rId3">
            <a:alphaModFix/>
          </a:blip>
          <a:srcRect b="52666" l="17154" r="15786" t="27799"/>
          <a:stretch/>
        </p:blipFill>
        <p:spPr>
          <a:xfrm>
            <a:off x="4182125" y="-178400"/>
            <a:ext cx="5648098" cy="831700"/>
          </a:xfrm>
          <a:prstGeom prst="rect">
            <a:avLst/>
          </a:prstGeom>
          <a:noFill/>
          <a:ln>
            <a:noFill/>
          </a:ln>
        </p:spPr>
      </p:pic>
      <p:pic>
        <p:nvPicPr>
          <p:cNvPr id="31" name="Google Shape;31;p4"/>
          <p:cNvPicPr preferRelativeResize="0"/>
          <p:nvPr/>
        </p:nvPicPr>
        <p:blipFill rotWithShape="1">
          <a:blip r:embed="rId2">
            <a:alphaModFix/>
          </a:blip>
          <a:srcRect b="15315" l="45323" r="44059" t="17777"/>
          <a:stretch/>
        </p:blipFill>
        <p:spPr>
          <a:xfrm flipH="1" rot="10800000">
            <a:off x="8100983" y="170825"/>
            <a:ext cx="659573" cy="1487149"/>
          </a:xfrm>
          <a:prstGeom prst="rect">
            <a:avLst/>
          </a:prstGeom>
          <a:noFill/>
          <a:ln>
            <a:noFill/>
          </a:ln>
        </p:spPr>
      </p:pic>
      <p:sp>
        <p:nvSpPr>
          <p:cNvPr id="32" name="Google Shape;32;p4"/>
          <p:cNvSpPr txBox="1"/>
          <p:nvPr>
            <p:ph idx="1" type="body"/>
          </p:nvPr>
        </p:nvSpPr>
        <p:spPr>
          <a:xfrm>
            <a:off x="712375" y="1152475"/>
            <a:ext cx="7719300" cy="2310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6FDFEE"/>
              </a:buClr>
              <a:buSzPts val="1200"/>
              <a:buFont typeface="Didact Gothic"/>
              <a:buChar char="●"/>
              <a:defRPr/>
            </a:lvl1pPr>
            <a:lvl2pPr indent="-323850" lvl="1" marL="914400" rtl="0">
              <a:spcBef>
                <a:spcPts val="0"/>
              </a:spcBef>
              <a:spcAft>
                <a:spcPts val="0"/>
              </a:spcAft>
              <a:buClr>
                <a:schemeClr val="accent1"/>
              </a:buClr>
              <a:buSzPts val="1500"/>
              <a:buFont typeface="Didact Gothic"/>
              <a:buChar char="○"/>
              <a:defRPr/>
            </a:lvl2pPr>
            <a:lvl3pPr indent="-323850" lvl="2" marL="1371600" rtl="0">
              <a:spcBef>
                <a:spcPts val="0"/>
              </a:spcBef>
              <a:spcAft>
                <a:spcPts val="0"/>
              </a:spcAft>
              <a:buClr>
                <a:schemeClr val="accent1"/>
              </a:buClr>
              <a:buSzPts val="1500"/>
              <a:buFont typeface="Didact Gothic"/>
              <a:buChar char="■"/>
              <a:defRPr/>
            </a:lvl3pPr>
            <a:lvl4pPr indent="-323850" lvl="3" marL="1828800" rtl="0">
              <a:spcBef>
                <a:spcPts val="0"/>
              </a:spcBef>
              <a:spcAft>
                <a:spcPts val="0"/>
              </a:spcAft>
              <a:buClr>
                <a:schemeClr val="accent1"/>
              </a:buClr>
              <a:buSzPts val="1500"/>
              <a:buFont typeface="Didact Gothic"/>
              <a:buChar char="●"/>
              <a:defRPr/>
            </a:lvl4pPr>
            <a:lvl5pPr indent="-323850" lvl="4" marL="2286000" rtl="0">
              <a:spcBef>
                <a:spcPts val="0"/>
              </a:spcBef>
              <a:spcAft>
                <a:spcPts val="0"/>
              </a:spcAft>
              <a:buClr>
                <a:schemeClr val="accent1"/>
              </a:buClr>
              <a:buSzPts val="1500"/>
              <a:buFont typeface="Didact Gothic"/>
              <a:buChar char="○"/>
              <a:defRPr/>
            </a:lvl5pPr>
            <a:lvl6pPr indent="-323850" lvl="5" marL="2743200" rtl="0">
              <a:spcBef>
                <a:spcPts val="0"/>
              </a:spcBef>
              <a:spcAft>
                <a:spcPts val="0"/>
              </a:spcAft>
              <a:buClr>
                <a:schemeClr val="accent1"/>
              </a:buClr>
              <a:buSzPts val="1500"/>
              <a:buFont typeface="Didact Gothic"/>
              <a:buChar char="■"/>
              <a:defRPr/>
            </a:lvl6pPr>
            <a:lvl7pPr indent="-323850" lvl="6" marL="3200400" rtl="0">
              <a:spcBef>
                <a:spcPts val="0"/>
              </a:spcBef>
              <a:spcAft>
                <a:spcPts val="0"/>
              </a:spcAft>
              <a:buClr>
                <a:schemeClr val="accent1"/>
              </a:buClr>
              <a:buSzPts val="1500"/>
              <a:buFont typeface="Didact Gothic"/>
              <a:buChar char="●"/>
              <a:defRPr/>
            </a:lvl7pPr>
            <a:lvl8pPr indent="-323850" lvl="7" marL="3657600" rtl="0">
              <a:spcBef>
                <a:spcPts val="0"/>
              </a:spcBef>
              <a:spcAft>
                <a:spcPts val="0"/>
              </a:spcAft>
              <a:buClr>
                <a:schemeClr val="accent1"/>
              </a:buClr>
              <a:buSzPts val="1500"/>
              <a:buFont typeface="Didact Gothic"/>
              <a:buChar char="○"/>
              <a:defRPr/>
            </a:lvl8pPr>
            <a:lvl9pPr indent="-323850" lvl="8" marL="4114800" rtl="0">
              <a:spcBef>
                <a:spcPts val="0"/>
              </a:spcBef>
              <a:spcAft>
                <a:spcPts val="0"/>
              </a:spcAft>
              <a:buClr>
                <a:schemeClr val="accent1"/>
              </a:buClr>
              <a:buSzPts val="1500"/>
              <a:buFont typeface="Didact Gothic"/>
              <a:buChar char="■"/>
              <a:defRPr/>
            </a:lvl9pPr>
          </a:lstStyle>
          <a:p/>
        </p:txBody>
      </p:sp>
      <p:sp>
        <p:nvSpPr>
          <p:cNvPr id="33" name="Google Shape;33;p4"/>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cxnSp>
        <p:nvCxnSpPr>
          <p:cNvPr id="34" name="Google Shape;34;p4"/>
          <p:cNvCxnSpPr/>
          <p:nvPr/>
        </p:nvCxnSpPr>
        <p:spPr>
          <a:xfrm>
            <a:off x="256025" y="1089125"/>
            <a:ext cx="0" cy="2248200"/>
          </a:xfrm>
          <a:prstGeom prst="straightConnector1">
            <a:avLst/>
          </a:prstGeom>
          <a:noFill/>
          <a:ln cap="flat" cmpd="sng" w="19050">
            <a:solidFill>
              <a:schemeClr val="dk1"/>
            </a:solidFill>
            <a:prstDash val="solid"/>
            <a:round/>
            <a:headEnd len="med" w="med" type="none"/>
            <a:tailEnd len="med" w="med" type="none"/>
          </a:ln>
        </p:spPr>
      </p:cxnSp>
      <p:cxnSp>
        <p:nvCxnSpPr>
          <p:cNvPr id="35" name="Google Shape;35;p4"/>
          <p:cNvCxnSpPr/>
          <p:nvPr/>
        </p:nvCxnSpPr>
        <p:spPr>
          <a:xfrm rot="10800000">
            <a:off x="8430775" y="759500"/>
            <a:ext cx="0" cy="31953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6" name="Shape 36"/>
        <p:cNvGrpSpPr/>
        <p:nvPr/>
      </p:nvGrpSpPr>
      <p:grpSpPr>
        <a:xfrm>
          <a:off x="0" y="0"/>
          <a:ext cx="0" cy="0"/>
          <a:chOff x="0" y="0"/>
          <a:chExt cx="0" cy="0"/>
        </a:xfrm>
      </p:grpSpPr>
      <p:pic>
        <p:nvPicPr>
          <p:cNvPr id="37" name="Google Shape;37;p5"/>
          <p:cNvPicPr preferRelativeResize="0"/>
          <p:nvPr/>
        </p:nvPicPr>
        <p:blipFill rotWithShape="1">
          <a:blip r:embed="rId2">
            <a:alphaModFix/>
          </a:blip>
          <a:srcRect b="52666" l="17154" r="15786" t="27799"/>
          <a:stretch/>
        </p:blipFill>
        <p:spPr>
          <a:xfrm flipH="1" rot="10800000">
            <a:off x="4558975" y="4362350"/>
            <a:ext cx="4668250" cy="831700"/>
          </a:xfrm>
          <a:prstGeom prst="rect">
            <a:avLst/>
          </a:prstGeom>
          <a:noFill/>
          <a:ln>
            <a:noFill/>
          </a:ln>
        </p:spPr>
      </p:pic>
      <p:pic>
        <p:nvPicPr>
          <p:cNvPr id="38" name="Google Shape;38;p5"/>
          <p:cNvPicPr preferRelativeResize="0"/>
          <p:nvPr/>
        </p:nvPicPr>
        <p:blipFill rotWithShape="1">
          <a:blip r:embed="rId3">
            <a:alphaModFix/>
          </a:blip>
          <a:srcRect b="15315" l="45323" r="44059" t="17777"/>
          <a:stretch/>
        </p:blipFill>
        <p:spPr>
          <a:xfrm flipH="1" rot="10800000">
            <a:off x="8329575" y="3138501"/>
            <a:ext cx="659573" cy="1735849"/>
          </a:xfrm>
          <a:prstGeom prst="rect">
            <a:avLst/>
          </a:prstGeom>
          <a:noFill/>
          <a:ln>
            <a:noFill/>
          </a:ln>
        </p:spPr>
      </p:pic>
      <p:sp>
        <p:nvSpPr>
          <p:cNvPr id="39" name="Google Shape;39;p5"/>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
        <p:nvSpPr>
          <p:cNvPr id="40" name="Google Shape;40;p5"/>
          <p:cNvSpPr txBox="1"/>
          <p:nvPr>
            <p:ph idx="1" type="subTitle"/>
          </p:nvPr>
        </p:nvSpPr>
        <p:spPr>
          <a:xfrm>
            <a:off x="1911600" y="1389225"/>
            <a:ext cx="5320800" cy="499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1" name="Google Shape;41;p5"/>
          <p:cNvSpPr txBox="1"/>
          <p:nvPr>
            <p:ph idx="2" type="subTitle"/>
          </p:nvPr>
        </p:nvSpPr>
        <p:spPr>
          <a:xfrm>
            <a:off x="1911600" y="2881167"/>
            <a:ext cx="5320800" cy="499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2" name="Google Shape;42;p5"/>
          <p:cNvSpPr txBox="1"/>
          <p:nvPr>
            <p:ph idx="3" type="subTitle"/>
          </p:nvPr>
        </p:nvSpPr>
        <p:spPr>
          <a:xfrm>
            <a:off x="1911600" y="1832072"/>
            <a:ext cx="5320800" cy="93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43" name="Google Shape;43;p5"/>
          <p:cNvSpPr txBox="1"/>
          <p:nvPr>
            <p:ph idx="4" type="subTitle"/>
          </p:nvPr>
        </p:nvSpPr>
        <p:spPr>
          <a:xfrm>
            <a:off x="1911600" y="3324025"/>
            <a:ext cx="5320800" cy="93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cxnSp>
        <p:nvCxnSpPr>
          <p:cNvPr id="44" name="Google Shape;44;p5"/>
          <p:cNvCxnSpPr/>
          <p:nvPr/>
        </p:nvCxnSpPr>
        <p:spPr>
          <a:xfrm>
            <a:off x="8659375" y="1782150"/>
            <a:ext cx="0" cy="25857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5" name="Shape 45"/>
        <p:cNvGrpSpPr/>
        <p:nvPr/>
      </p:nvGrpSpPr>
      <p:grpSpPr>
        <a:xfrm>
          <a:off x="0" y="0"/>
          <a:ext cx="0" cy="0"/>
          <a:chOff x="0" y="0"/>
          <a:chExt cx="0" cy="0"/>
        </a:xfrm>
      </p:grpSpPr>
      <p:sp>
        <p:nvSpPr>
          <p:cNvPr id="46" name="Google Shape;46;p6"/>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100"/>
              <a:buNone/>
              <a:defRPr sz="3100"/>
            </a:lvl1pPr>
            <a:lvl2pPr lvl="1" algn="ctr">
              <a:spcBef>
                <a:spcPts val="0"/>
              </a:spcBef>
              <a:spcAft>
                <a:spcPts val="0"/>
              </a:spcAft>
              <a:buSzPts val="3100"/>
              <a:buNone/>
              <a:defRPr/>
            </a:lvl2pPr>
            <a:lvl3pPr lvl="2" algn="ctr">
              <a:spcBef>
                <a:spcPts val="0"/>
              </a:spcBef>
              <a:spcAft>
                <a:spcPts val="0"/>
              </a:spcAft>
              <a:buSzPts val="3100"/>
              <a:buNone/>
              <a:defRPr/>
            </a:lvl3pPr>
            <a:lvl4pPr lvl="3" algn="ctr">
              <a:spcBef>
                <a:spcPts val="0"/>
              </a:spcBef>
              <a:spcAft>
                <a:spcPts val="0"/>
              </a:spcAft>
              <a:buSzPts val="3100"/>
              <a:buNone/>
              <a:defRPr/>
            </a:lvl4pPr>
            <a:lvl5pPr lvl="4" algn="ctr">
              <a:spcBef>
                <a:spcPts val="0"/>
              </a:spcBef>
              <a:spcAft>
                <a:spcPts val="0"/>
              </a:spcAft>
              <a:buSzPts val="3100"/>
              <a:buNone/>
              <a:defRPr/>
            </a:lvl5pPr>
            <a:lvl6pPr lvl="5" algn="ctr">
              <a:spcBef>
                <a:spcPts val="0"/>
              </a:spcBef>
              <a:spcAft>
                <a:spcPts val="0"/>
              </a:spcAft>
              <a:buSzPts val="3100"/>
              <a:buNone/>
              <a:defRPr/>
            </a:lvl6pPr>
            <a:lvl7pPr lvl="6" algn="ctr">
              <a:spcBef>
                <a:spcPts val="0"/>
              </a:spcBef>
              <a:spcAft>
                <a:spcPts val="0"/>
              </a:spcAft>
              <a:buSzPts val="3100"/>
              <a:buNone/>
              <a:defRPr/>
            </a:lvl7pPr>
            <a:lvl8pPr lvl="7" algn="ctr">
              <a:spcBef>
                <a:spcPts val="0"/>
              </a:spcBef>
              <a:spcAft>
                <a:spcPts val="0"/>
              </a:spcAft>
              <a:buSzPts val="3100"/>
              <a:buNone/>
              <a:defRPr/>
            </a:lvl8pPr>
            <a:lvl9pPr lvl="8" algn="ctr">
              <a:spcBef>
                <a:spcPts val="0"/>
              </a:spcBef>
              <a:spcAft>
                <a:spcPts val="0"/>
              </a:spcAft>
              <a:buSzPts val="31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7" name="Shape 47"/>
        <p:cNvGrpSpPr/>
        <p:nvPr/>
      </p:nvGrpSpPr>
      <p:grpSpPr>
        <a:xfrm>
          <a:off x="0" y="0"/>
          <a:ext cx="0" cy="0"/>
          <a:chOff x="0" y="0"/>
          <a:chExt cx="0" cy="0"/>
        </a:xfrm>
      </p:grpSpPr>
      <p:pic>
        <p:nvPicPr>
          <p:cNvPr id="48" name="Google Shape;48;p7"/>
          <p:cNvPicPr preferRelativeResize="0"/>
          <p:nvPr/>
        </p:nvPicPr>
        <p:blipFill rotWithShape="1">
          <a:blip r:embed="rId2">
            <a:alphaModFix/>
          </a:blip>
          <a:srcRect b="15315" l="45323" r="44059" t="17777"/>
          <a:stretch/>
        </p:blipFill>
        <p:spPr>
          <a:xfrm>
            <a:off x="-24337" y="4556975"/>
            <a:ext cx="659573" cy="635699"/>
          </a:xfrm>
          <a:prstGeom prst="rect">
            <a:avLst/>
          </a:prstGeom>
          <a:noFill/>
          <a:ln>
            <a:noFill/>
          </a:ln>
        </p:spPr>
      </p:pic>
      <p:sp>
        <p:nvSpPr>
          <p:cNvPr id="49" name="Google Shape;49;p7"/>
          <p:cNvSpPr/>
          <p:nvPr>
            <p:ph idx="2" type="pic"/>
          </p:nvPr>
        </p:nvSpPr>
        <p:spPr>
          <a:xfrm>
            <a:off x="5134800" y="531300"/>
            <a:ext cx="3121800" cy="4080900"/>
          </a:xfrm>
          <a:prstGeom prst="rect">
            <a:avLst/>
          </a:prstGeom>
          <a:noFill/>
          <a:ln>
            <a:noFill/>
          </a:ln>
        </p:spPr>
      </p:sp>
      <p:sp>
        <p:nvSpPr>
          <p:cNvPr id="50" name="Google Shape;50;p7"/>
          <p:cNvSpPr txBox="1"/>
          <p:nvPr>
            <p:ph idx="1" type="subTitle"/>
          </p:nvPr>
        </p:nvSpPr>
        <p:spPr>
          <a:xfrm>
            <a:off x="713225" y="1902850"/>
            <a:ext cx="3427200" cy="21837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sz="1200"/>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1" name="Google Shape;51;p7"/>
          <p:cNvSpPr txBox="1"/>
          <p:nvPr>
            <p:ph type="title"/>
          </p:nvPr>
        </p:nvSpPr>
        <p:spPr>
          <a:xfrm>
            <a:off x="713225" y="417600"/>
            <a:ext cx="3427200" cy="11523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sz="31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cxnSp>
        <p:nvCxnSpPr>
          <p:cNvPr id="52" name="Google Shape;52;p7"/>
          <p:cNvCxnSpPr/>
          <p:nvPr/>
        </p:nvCxnSpPr>
        <p:spPr>
          <a:xfrm>
            <a:off x="305450" y="2190625"/>
            <a:ext cx="0" cy="27000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3" name="Shape 53"/>
        <p:cNvGrpSpPr/>
        <p:nvPr/>
      </p:nvGrpSpPr>
      <p:grpSpPr>
        <a:xfrm>
          <a:off x="0" y="0"/>
          <a:ext cx="0" cy="0"/>
          <a:chOff x="0" y="0"/>
          <a:chExt cx="0" cy="0"/>
        </a:xfrm>
      </p:grpSpPr>
      <p:sp>
        <p:nvSpPr>
          <p:cNvPr id="54" name="Google Shape;54;p8"/>
          <p:cNvSpPr/>
          <p:nvPr/>
        </p:nvSpPr>
        <p:spPr>
          <a:xfrm flipH="1" rot="10800000">
            <a:off x="4479450" y="-186312"/>
            <a:ext cx="6769200" cy="1016400"/>
          </a:xfrm>
          <a:prstGeom prst="rect">
            <a:avLst/>
          </a:pr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5" name="Google Shape;55;p8"/>
          <p:cNvPicPr preferRelativeResize="0"/>
          <p:nvPr/>
        </p:nvPicPr>
        <p:blipFill rotWithShape="1">
          <a:blip r:embed="rId2">
            <a:alphaModFix/>
          </a:blip>
          <a:srcRect b="15315" l="45323" r="44059" t="17777"/>
          <a:stretch/>
        </p:blipFill>
        <p:spPr>
          <a:xfrm>
            <a:off x="8339175" y="0"/>
            <a:ext cx="659573" cy="2741399"/>
          </a:xfrm>
          <a:prstGeom prst="rect">
            <a:avLst/>
          </a:prstGeom>
          <a:noFill/>
          <a:ln>
            <a:noFill/>
          </a:ln>
        </p:spPr>
      </p:pic>
      <p:sp>
        <p:nvSpPr>
          <p:cNvPr id="56" name="Google Shape;56;p8"/>
          <p:cNvSpPr/>
          <p:nvPr/>
        </p:nvSpPr>
        <p:spPr>
          <a:xfrm>
            <a:off x="0" y="4313413"/>
            <a:ext cx="5648100" cy="1016400"/>
          </a:xfrm>
          <a:prstGeom prst="rect">
            <a:avLst/>
          </a:pr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7" name="Google Shape;57;p8"/>
          <p:cNvPicPr preferRelativeResize="0"/>
          <p:nvPr/>
        </p:nvPicPr>
        <p:blipFill rotWithShape="1">
          <a:blip r:embed="rId2">
            <a:alphaModFix/>
          </a:blip>
          <a:srcRect b="15315" l="45323" r="44059" t="17777"/>
          <a:stretch/>
        </p:blipFill>
        <p:spPr>
          <a:xfrm>
            <a:off x="145258" y="3391500"/>
            <a:ext cx="659573" cy="1487149"/>
          </a:xfrm>
          <a:prstGeom prst="rect">
            <a:avLst/>
          </a:prstGeom>
          <a:noFill/>
          <a:ln>
            <a:noFill/>
          </a:ln>
        </p:spPr>
      </p:pic>
      <p:sp>
        <p:nvSpPr>
          <p:cNvPr id="58" name="Google Shape;58;p8"/>
          <p:cNvSpPr txBox="1"/>
          <p:nvPr>
            <p:ph type="title"/>
          </p:nvPr>
        </p:nvSpPr>
        <p:spPr>
          <a:xfrm>
            <a:off x="857450" y="450150"/>
            <a:ext cx="6367800" cy="40908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cxnSp>
        <p:nvCxnSpPr>
          <p:cNvPr id="59" name="Google Shape;59;p8"/>
          <p:cNvCxnSpPr/>
          <p:nvPr/>
        </p:nvCxnSpPr>
        <p:spPr>
          <a:xfrm>
            <a:off x="8668975" y="1447650"/>
            <a:ext cx="0" cy="2248200"/>
          </a:xfrm>
          <a:prstGeom prst="straightConnector1">
            <a:avLst/>
          </a:prstGeom>
          <a:noFill/>
          <a:ln cap="flat" cmpd="sng" w="19050">
            <a:solidFill>
              <a:schemeClr val="dk1"/>
            </a:solidFill>
            <a:prstDash val="solid"/>
            <a:round/>
            <a:headEnd len="med" w="med" type="none"/>
            <a:tailEnd len="med" w="med" type="none"/>
          </a:ln>
        </p:spPr>
      </p:cxnSp>
      <p:cxnSp>
        <p:nvCxnSpPr>
          <p:cNvPr id="60" name="Google Shape;60;p8"/>
          <p:cNvCxnSpPr/>
          <p:nvPr/>
        </p:nvCxnSpPr>
        <p:spPr>
          <a:xfrm>
            <a:off x="475050" y="1778875"/>
            <a:ext cx="0" cy="22482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1" name="Shape 61"/>
        <p:cNvGrpSpPr/>
        <p:nvPr/>
      </p:nvGrpSpPr>
      <p:grpSpPr>
        <a:xfrm>
          <a:off x="0" y="0"/>
          <a:ext cx="0" cy="0"/>
          <a:chOff x="0" y="0"/>
          <a:chExt cx="0" cy="0"/>
        </a:xfrm>
      </p:grpSpPr>
      <p:pic>
        <p:nvPicPr>
          <p:cNvPr id="62" name="Google Shape;62;p9"/>
          <p:cNvPicPr preferRelativeResize="0"/>
          <p:nvPr/>
        </p:nvPicPr>
        <p:blipFill rotWithShape="1">
          <a:blip r:embed="rId2">
            <a:alphaModFix/>
          </a:blip>
          <a:srcRect b="15315" l="45323" r="44059" t="17777"/>
          <a:stretch/>
        </p:blipFill>
        <p:spPr>
          <a:xfrm flipH="1" rot="10800000">
            <a:off x="83725" y="-54074"/>
            <a:ext cx="659573" cy="3129125"/>
          </a:xfrm>
          <a:prstGeom prst="rect">
            <a:avLst/>
          </a:prstGeom>
          <a:noFill/>
          <a:ln>
            <a:noFill/>
          </a:ln>
        </p:spPr>
      </p:pic>
      <p:pic>
        <p:nvPicPr>
          <p:cNvPr id="63" name="Google Shape;63;p9"/>
          <p:cNvPicPr preferRelativeResize="0"/>
          <p:nvPr/>
        </p:nvPicPr>
        <p:blipFill rotWithShape="1">
          <a:blip r:embed="rId2">
            <a:alphaModFix/>
          </a:blip>
          <a:srcRect b="15315" l="45323" r="44059" t="17777"/>
          <a:stretch/>
        </p:blipFill>
        <p:spPr>
          <a:xfrm>
            <a:off x="83725" y="3480625"/>
            <a:ext cx="659573" cy="736349"/>
          </a:xfrm>
          <a:prstGeom prst="rect">
            <a:avLst/>
          </a:prstGeom>
          <a:noFill/>
          <a:ln>
            <a:noFill/>
          </a:ln>
        </p:spPr>
      </p:pic>
      <p:pic>
        <p:nvPicPr>
          <p:cNvPr id="64" name="Google Shape;64;p9"/>
          <p:cNvPicPr preferRelativeResize="0"/>
          <p:nvPr/>
        </p:nvPicPr>
        <p:blipFill rotWithShape="1">
          <a:blip r:embed="rId2">
            <a:alphaModFix/>
          </a:blip>
          <a:srcRect b="15315" l="45323" r="44059" t="17777"/>
          <a:stretch/>
        </p:blipFill>
        <p:spPr>
          <a:xfrm>
            <a:off x="8400700" y="2519551"/>
            <a:ext cx="659573" cy="2685425"/>
          </a:xfrm>
          <a:prstGeom prst="rect">
            <a:avLst/>
          </a:prstGeom>
          <a:noFill/>
          <a:ln>
            <a:noFill/>
          </a:ln>
        </p:spPr>
      </p:pic>
      <p:sp>
        <p:nvSpPr>
          <p:cNvPr id="65" name="Google Shape;65;p9"/>
          <p:cNvSpPr txBox="1"/>
          <p:nvPr>
            <p:ph type="title"/>
          </p:nvPr>
        </p:nvSpPr>
        <p:spPr>
          <a:xfrm>
            <a:off x="25494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66" name="Google Shape;66;p9"/>
          <p:cNvSpPr txBox="1"/>
          <p:nvPr>
            <p:ph idx="1" type="subTitle"/>
          </p:nvPr>
        </p:nvSpPr>
        <p:spPr>
          <a:xfrm>
            <a:off x="25494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cxnSp>
        <p:nvCxnSpPr>
          <p:cNvPr id="67" name="Google Shape;67;p9"/>
          <p:cNvCxnSpPr/>
          <p:nvPr/>
        </p:nvCxnSpPr>
        <p:spPr>
          <a:xfrm>
            <a:off x="8728000" y="1089125"/>
            <a:ext cx="0" cy="2248200"/>
          </a:xfrm>
          <a:prstGeom prst="straightConnector1">
            <a:avLst/>
          </a:prstGeom>
          <a:noFill/>
          <a:ln cap="flat" cmpd="sng" w="19050">
            <a:solidFill>
              <a:schemeClr val="dk1"/>
            </a:solidFill>
            <a:prstDash val="solid"/>
            <a:round/>
            <a:headEnd len="med" w="med" type="none"/>
            <a:tailEnd len="med" w="med" type="none"/>
          </a:ln>
        </p:spPr>
      </p:cxnSp>
      <p:cxnSp>
        <p:nvCxnSpPr>
          <p:cNvPr id="68" name="Google Shape;68;p9"/>
          <p:cNvCxnSpPr/>
          <p:nvPr/>
        </p:nvCxnSpPr>
        <p:spPr>
          <a:xfrm>
            <a:off x="403500" y="1278900"/>
            <a:ext cx="0" cy="25857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9" name="Shape 69"/>
        <p:cNvGrpSpPr/>
        <p:nvPr/>
      </p:nvGrpSpPr>
      <p:grpSpPr>
        <a:xfrm>
          <a:off x="0" y="0"/>
          <a:ext cx="0" cy="0"/>
          <a:chOff x="0" y="0"/>
          <a:chExt cx="0" cy="0"/>
        </a:xfrm>
      </p:grpSpPr>
      <p:sp>
        <p:nvSpPr>
          <p:cNvPr id="70" name="Google Shape;70;p10"/>
          <p:cNvSpPr/>
          <p:nvPr>
            <p:ph idx="2" type="pic"/>
          </p:nvPr>
        </p:nvSpPr>
        <p:spPr>
          <a:xfrm>
            <a:off x="0" y="0"/>
            <a:ext cx="9144000" cy="5143500"/>
          </a:xfrm>
          <a:prstGeom prst="rect">
            <a:avLst/>
          </a:prstGeom>
          <a:noFill/>
          <a:ln>
            <a:noFill/>
          </a:ln>
        </p:spPr>
      </p:sp>
      <p:sp>
        <p:nvSpPr>
          <p:cNvPr id="71" name="Google Shape;71;p10"/>
          <p:cNvSpPr txBox="1"/>
          <p:nvPr>
            <p:ph type="title"/>
          </p:nvPr>
        </p:nvSpPr>
        <p:spPr>
          <a:xfrm>
            <a:off x="713100" y="445025"/>
            <a:ext cx="7717800" cy="5727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2" name="Shape 72"/>
        <p:cNvGrpSpPr/>
        <p:nvPr/>
      </p:nvGrpSpPr>
      <p:grpSpPr>
        <a:xfrm>
          <a:off x="0" y="0"/>
          <a:ext cx="0" cy="0"/>
          <a:chOff x="0" y="0"/>
          <a:chExt cx="0" cy="0"/>
        </a:xfrm>
      </p:grpSpPr>
      <p:pic>
        <p:nvPicPr>
          <p:cNvPr id="73" name="Google Shape;73;p11"/>
          <p:cNvPicPr preferRelativeResize="0"/>
          <p:nvPr/>
        </p:nvPicPr>
        <p:blipFill rotWithShape="1">
          <a:blip r:embed="rId2">
            <a:alphaModFix/>
          </a:blip>
          <a:srcRect b="15315" l="45323" r="44059" t="17777"/>
          <a:stretch/>
        </p:blipFill>
        <p:spPr>
          <a:xfrm flipH="1" rot="10800000">
            <a:off x="8101000" y="1803750"/>
            <a:ext cx="659573" cy="736349"/>
          </a:xfrm>
          <a:prstGeom prst="rect">
            <a:avLst/>
          </a:prstGeom>
          <a:noFill/>
          <a:ln>
            <a:noFill/>
          </a:ln>
        </p:spPr>
      </p:pic>
      <p:pic>
        <p:nvPicPr>
          <p:cNvPr id="74" name="Google Shape;74;p11"/>
          <p:cNvPicPr preferRelativeResize="0"/>
          <p:nvPr/>
        </p:nvPicPr>
        <p:blipFill rotWithShape="1">
          <a:blip r:embed="rId3">
            <a:alphaModFix/>
          </a:blip>
          <a:srcRect b="52666" l="17154" r="15786" t="27799"/>
          <a:stretch/>
        </p:blipFill>
        <p:spPr>
          <a:xfrm flipH="1" rot="10800000">
            <a:off x="4193450" y="4311800"/>
            <a:ext cx="5064024" cy="831700"/>
          </a:xfrm>
          <a:prstGeom prst="rect">
            <a:avLst/>
          </a:prstGeom>
          <a:noFill/>
          <a:ln>
            <a:noFill/>
          </a:ln>
        </p:spPr>
      </p:pic>
      <p:pic>
        <p:nvPicPr>
          <p:cNvPr id="75" name="Google Shape;75;p11"/>
          <p:cNvPicPr preferRelativeResize="0"/>
          <p:nvPr/>
        </p:nvPicPr>
        <p:blipFill rotWithShape="1">
          <a:blip r:embed="rId2">
            <a:alphaModFix/>
          </a:blip>
          <a:srcRect b="15315" l="45323" r="44059" t="17777"/>
          <a:stretch/>
        </p:blipFill>
        <p:spPr>
          <a:xfrm flipH="1" rot="10800000">
            <a:off x="8101000" y="3460501"/>
            <a:ext cx="659549" cy="1475299"/>
          </a:xfrm>
          <a:prstGeom prst="rect">
            <a:avLst/>
          </a:prstGeom>
          <a:noFill/>
          <a:ln>
            <a:noFill/>
          </a:ln>
        </p:spPr>
      </p:pic>
      <p:pic>
        <p:nvPicPr>
          <p:cNvPr id="76" name="Google Shape;76;p11"/>
          <p:cNvPicPr preferRelativeResize="0"/>
          <p:nvPr/>
        </p:nvPicPr>
        <p:blipFill rotWithShape="1">
          <a:blip r:embed="rId3">
            <a:alphaModFix/>
          </a:blip>
          <a:srcRect b="52666" l="17154" r="15786" t="27799"/>
          <a:stretch/>
        </p:blipFill>
        <p:spPr>
          <a:xfrm>
            <a:off x="0" y="-22825"/>
            <a:ext cx="4668250" cy="831700"/>
          </a:xfrm>
          <a:prstGeom prst="rect">
            <a:avLst/>
          </a:prstGeom>
          <a:noFill/>
          <a:ln>
            <a:noFill/>
          </a:ln>
        </p:spPr>
      </p:pic>
      <p:pic>
        <p:nvPicPr>
          <p:cNvPr id="77" name="Google Shape;77;p11"/>
          <p:cNvPicPr preferRelativeResize="0"/>
          <p:nvPr/>
        </p:nvPicPr>
        <p:blipFill rotWithShape="1">
          <a:blip r:embed="rId2">
            <a:alphaModFix/>
          </a:blip>
          <a:srcRect b="15315" l="45323" r="44059" t="17777"/>
          <a:stretch/>
        </p:blipFill>
        <p:spPr>
          <a:xfrm>
            <a:off x="383450" y="275001"/>
            <a:ext cx="659549" cy="2741399"/>
          </a:xfrm>
          <a:prstGeom prst="rect">
            <a:avLst/>
          </a:prstGeom>
          <a:noFill/>
          <a:ln>
            <a:noFill/>
          </a:ln>
        </p:spPr>
      </p:pic>
      <p:sp>
        <p:nvSpPr>
          <p:cNvPr id="78" name="Google Shape;78;p11"/>
          <p:cNvSpPr txBox="1"/>
          <p:nvPr>
            <p:ph hasCustomPrompt="1" type="title"/>
          </p:nvPr>
        </p:nvSpPr>
        <p:spPr>
          <a:xfrm>
            <a:off x="1783350" y="1683000"/>
            <a:ext cx="5577300" cy="10764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6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79" name="Google Shape;79;p11"/>
          <p:cNvSpPr txBox="1"/>
          <p:nvPr>
            <p:ph idx="1" type="subTitle"/>
          </p:nvPr>
        </p:nvSpPr>
        <p:spPr>
          <a:xfrm>
            <a:off x="2773800" y="2759400"/>
            <a:ext cx="3596400" cy="701100"/>
          </a:xfrm>
          <a:prstGeom prst="rect">
            <a:avLst/>
          </a:prstGeom>
        </p:spPr>
        <p:txBody>
          <a:bodyPr anchorCtr="0" anchor="t" bIns="91425" lIns="91425" spcFirstLastPara="1" rIns="91425" wrap="square" tIns="91425">
            <a:noAutofit/>
          </a:bodyPr>
          <a:lstStyle>
            <a:lvl1pPr lvl="0" algn="ctr">
              <a:spcBef>
                <a:spcPts val="0"/>
              </a:spcBef>
              <a:spcAft>
                <a:spcPts val="0"/>
              </a:spcAft>
              <a:buSzPts val="1200"/>
              <a:buNone/>
              <a:defRPr sz="1600"/>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cxnSp>
        <p:nvCxnSpPr>
          <p:cNvPr id="80" name="Google Shape;80;p11"/>
          <p:cNvCxnSpPr/>
          <p:nvPr/>
        </p:nvCxnSpPr>
        <p:spPr>
          <a:xfrm>
            <a:off x="8430775" y="2241675"/>
            <a:ext cx="0" cy="1763700"/>
          </a:xfrm>
          <a:prstGeom prst="straightConnector1">
            <a:avLst/>
          </a:prstGeom>
          <a:noFill/>
          <a:ln cap="flat" cmpd="sng" w="19050">
            <a:solidFill>
              <a:schemeClr val="dk1"/>
            </a:solidFill>
            <a:prstDash val="solid"/>
            <a:round/>
            <a:headEnd len="med" w="med" type="none"/>
            <a:tailEnd len="med" w="med" type="none"/>
          </a:ln>
        </p:spPr>
      </p:cxnSp>
      <p:cxnSp>
        <p:nvCxnSpPr>
          <p:cNvPr id="81" name="Google Shape;81;p11"/>
          <p:cNvCxnSpPr/>
          <p:nvPr/>
        </p:nvCxnSpPr>
        <p:spPr>
          <a:xfrm>
            <a:off x="713225" y="2202575"/>
            <a:ext cx="0" cy="2248200"/>
          </a:xfrm>
          <a:prstGeom prst="straightConnector1">
            <a:avLst/>
          </a:prstGeom>
          <a:noFill/>
          <a:ln cap="flat" cmpd="sng" w="19050">
            <a:solidFill>
              <a:schemeClr val="dk1"/>
            </a:solidFill>
            <a:prstDash val="solid"/>
            <a:round/>
            <a:headEnd len="med" w="med" type="none"/>
            <a:tailEnd len="med" w="med" type="none"/>
          </a:ln>
        </p:spPr>
      </p:cxnSp>
      <p:cxnSp>
        <p:nvCxnSpPr>
          <p:cNvPr id="82" name="Google Shape;82;p11"/>
          <p:cNvCxnSpPr/>
          <p:nvPr/>
        </p:nvCxnSpPr>
        <p:spPr>
          <a:xfrm rot="10800000">
            <a:off x="3658350" y="358900"/>
            <a:ext cx="3884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83" name="Shape 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84" name="Shape 84"/>
        <p:cNvGrpSpPr/>
        <p:nvPr/>
      </p:nvGrpSpPr>
      <p:grpSpPr>
        <a:xfrm>
          <a:off x="0" y="0"/>
          <a:ext cx="0" cy="0"/>
          <a:chOff x="0" y="0"/>
          <a:chExt cx="0" cy="0"/>
        </a:xfrm>
      </p:grpSpPr>
      <p:pic>
        <p:nvPicPr>
          <p:cNvPr id="85" name="Google Shape;85;p13"/>
          <p:cNvPicPr preferRelativeResize="0"/>
          <p:nvPr/>
        </p:nvPicPr>
        <p:blipFill rotWithShape="1">
          <a:blip r:embed="rId2">
            <a:alphaModFix/>
          </a:blip>
          <a:srcRect b="52666" l="17154" r="15786" t="27799"/>
          <a:stretch/>
        </p:blipFill>
        <p:spPr>
          <a:xfrm flipH="1" rot="10800000">
            <a:off x="0" y="4361525"/>
            <a:ext cx="4304074" cy="831700"/>
          </a:xfrm>
          <a:prstGeom prst="rect">
            <a:avLst/>
          </a:prstGeom>
          <a:noFill/>
          <a:ln>
            <a:noFill/>
          </a:ln>
        </p:spPr>
      </p:pic>
      <p:pic>
        <p:nvPicPr>
          <p:cNvPr id="86" name="Google Shape;86;p13"/>
          <p:cNvPicPr preferRelativeResize="0"/>
          <p:nvPr/>
        </p:nvPicPr>
        <p:blipFill rotWithShape="1">
          <a:blip r:embed="rId3">
            <a:alphaModFix/>
          </a:blip>
          <a:srcRect b="15315" l="45323" r="44059" t="17777"/>
          <a:stretch/>
        </p:blipFill>
        <p:spPr>
          <a:xfrm flipH="1" rot="10800000">
            <a:off x="-8025" y="3523301"/>
            <a:ext cx="659573" cy="1203549"/>
          </a:xfrm>
          <a:prstGeom prst="rect">
            <a:avLst/>
          </a:prstGeom>
          <a:noFill/>
          <a:ln>
            <a:noFill/>
          </a:ln>
        </p:spPr>
      </p:pic>
      <p:pic>
        <p:nvPicPr>
          <p:cNvPr id="87" name="Google Shape;87;p13"/>
          <p:cNvPicPr preferRelativeResize="0"/>
          <p:nvPr/>
        </p:nvPicPr>
        <p:blipFill rotWithShape="1">
          <a:blip r:embed="rId3">
            <a:alphaModFix/>
          </a:blip>
          <a:srcRect b="15315" l="45323" r="44059" t="17777"/>
          <a:stretch/>
        </p:blipFill>
        <p:spPr>
          <a:xfrm>
            <a:off x="8492450" y="1443100"/>
            <a:ext cx="659573" cy="1803900"/>
          </a:xfrm>
          <a:prstGeom prst="rect">
            <a:avLst/>
          </a:prstGeom>
          <a:noFill/>
          <a:ln>
            <a:noFill/>
          </a:ln>
        </p:spPr>
      </p:pic>
      <p:sp>
        <p:nvSpPr>
          <p:cNvPr id="88" name="Google Shape;88;p13"/>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
        <p:nvSpPr>
          <p:cNvPr id="89" name="Google Shape;89;p13"/>
          <p:cNvSpPr txBox="1"/>
          <p:nvPr>
            <p:ph hasCustomPrompt="1" idx="2" type="title"/>
          </p:nvPr>
        </p:nvSpPr>
        <p:spPr>
          <a:xfrm>
            <a:off x="1385221" y="1428825"/>
            <a:ext cx="1187100" cy="5088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 name="Google Shape;90;p13"/>
          <p:cNvSpPr txBox="1"/>
          <p:nvPr>
            <p:ph hasCustomPrompt="1" idx="3" type="title"/>
          </p:nvPr>
        </p:nvSpPr>
        <p:spPr>
          <a:xfrm>
            <a:off x="1385221" y="2938300"/>
            <a:ext cx="1187100" cy="5088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1" name="Google Shape;91;p13"/>
          <p:cNvSpPr txBox="1"/>
          <p:nvPr>
            <p:ph hasCustomPrompt="1" idx="4" type="title"/>
          </p:nvPr>
        </p:nvSpPr>
        <p:spPr>
          <a:xfrm>
            <a:off x="3978305" y="1428825"/>
            <a:ext cx="1187700" cy="5088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2" name="Google Shape;92;p13"/>
          <p:cNvSpPr txBox="1"/>
          <p:nvPr>
            <p:ph hasCustomPrompt="1" idx="5" type="title"/>
          </p:nvPr>
        </p:nvSpPr>
        <p:spPr>
          <a:xfrm>
            <a:off x="3978305" y="2938300"/>
            <a:ext cx="1187700" cy="5088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3" name="Google Shape;93;p13"/>
          <p:cNvSpPr txBox="1"/>
          <p:nvPr>
            <p:ph hasCustomPrompt="1" idx="6" type="title"/>
          </p:nvPr>
        </p:nvSpPr>
        <p:spPr>
          <a:xfrm>
            <a:off x="6571390" y="1428825"/>
            <a:ext cx="1187400" cy="5088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4" name="Google Shape;94;p13"/>
          <p:cNvSpPr txBox="1"/>
          <p:nvPr>
            <p:ph hasCustomPrompt="1" idx="7" type="title"/>
          </p:nvPr>
        </p:nvSpPr>
        <p:spPr>
          <a:xfrm>
            <a:off x="6571390" y="2938300"/>
            <a:ext cx="1187400" cy="5088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5" name="Google Shape;95;p13"/>
          <p:cNvSpPr txBox="1"/>
          <p:nvPr>
            <p:ph idx="1" type="subTitle"/>
          </p:nvPr>
        </p:nvSpPr>
        <p:spPr>
          <a:xfrm>
            <a:off x="713225" y="1825350"/>
            <a:ext cx="2531400" cy="735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6" name="Google Shape;96;p13"/>
          <p:cNvSpPr txBox="1"/>
          <p:nvPr>
            <p:ph idx="8" type="subTitle"/>
          </p:nvPr>
        </p:nvSpPr>
        <p:spPr>
          <a:xfrm>
            <a:off x="3306300" y="1825350"/>
            <a:ext cx="2531400" cy="735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7" name="Google Shape;97;p13"/>
          <p:cNvSpPr txBox="1"/>
          <p:nvPr>
            <p:ph idx="9" type="subTitle"/>
          </p:nvPr>
        </p:nvSpPr>
        <p:spPr>
          <a:xfrm>
            <a:off x="5899375" y="1825350"/>
            <a:ext cx="2531400" cy="735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8" name="Google Shape;98;p13"/>
          <p:cNvSpPr txBox="1"/>
          <p:nvPr>
            <p:ph idx="13" type="subTitle"/>
          </p:nvPr>
        </p:nvSpPr>
        <p:spPr>
          <a:xfrm>
            <a:off x="713225" y="3334925"/>
            <a:ext cx="2531400" cy="735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 name="Google Shape;99;p13"/>
          <p:cNvSpPr txBox="1"/>
          <p:nvPr>
            <p:ph idx="14" type="subTitle"/>
          </p:nvPr>
        </p:nvSpPr>
        <p:spPr>
          <a:xfrm>
            <a:off x="3306300" y="3334925"/>
            <a:ext cx="2531400" cy="735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 name="Google Shape;100;p13"/>
          <p:cNvSpPr txBox="1"/>
          <p:nvPr>
            <p:ph idx="15" type="subTitle"/>
          </p:nvPr>
        </p:nvSpPr>
        <p:spPr>
          <a:xfrm>
            <a:off x="5899375" y="3334925"/>
            <a:ext cx="2531400" cy="735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101" name="Google Shape;101;p13"/>
          <p:cNvCxnSpPr/>
          <p:nvPr/>
        </p:nvCxnSpPr>
        <p:spPr>
          <a:xfrm>
            <a:off x="338875" y="880900"/>
            <a:ext cx="0" cy="2928300"/>
          </a:xfrm>
          <a:prstGeom prst="straightConnector1">
            <a:avLst/>
          </a:prstGeom>
          <a:noFill/>
          <a:ln cap="flat" cmpd="sng" w="19050">
            <a:solidFill>
              <a:schemeClr val="dk1"/>
            </a:solidFill>
            <a:prstDash val="solid"/>
            <a:round/>
            <a:headEnd len="med" w="med" type="none"/>
            <a:tailEnd len="med" w="med" type="none"/>
          </a:ln>
        </p:spPr>
      </p:cxnSp>
      <p:cxnSp>
        <p:nvCxnSpPr>
          <p:cNvPr id="102" name="Google Shape;102;p13"/>
          <p:cNvCxnSpPr/>
          <p:nvPr/>
        </p:nvCxnSpPr>
        <p:spPr>
          <a:xfrm>
            <a:off x="3368700" y="4842025"/>
            <a:ext cx="49116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4">
    <p:spTree>
      <p:nvGrpSpPr>
        <p:cNvPr id="103" name="Shape 103"/>
        <p:cNvGrpSpPr/>
        <p:nvPr/>
      </p:nvGrpSpPr>
      <p:grpSpPr>
        <a:xfrm>
          <a:off x="0" y="0"/>
          <a:ext cx="0" cy="0"/>
          <a:chOff x="0" y="0"/>
          <a:chExt cx="0" cy="0"/>
        </a:xfrm>
      </p:grpSpPr>
      <p:pic>
        <p:nvPicPr>
          <p:cNvPr id="104" name="Google Shape;104;p14"/>
          <p:cNvPicPr preferRelativeResize="0"/>
          <p:nvPr/>
        </p:nvPicPr>
        <p:blipFill rotWithShape="1">
          <a:blip r:embed="rId2">
            <a:alphaModFix/>
          </a:blip>
          <a:srcRect b="15315" l="45323" r="44059" t="17777"/>
          <a:stretch/>
        </p:blipFill>
        <p:spPr>
          <a:xfrm flipH="1" rot="10800000">
            <a:off x="8486925" y="-90951"/>
            <a:ext cx="659549" cy="1364226"/>
          </a:xfrm>
          <a:prstGeom prst="rect">
            <a:avLst/>
          </a:prstGeom>
          <a:noFill/>
          <a:ln>
            <a:noFill/>
          </a:ln>
        </p:spPr>
      </p:pic>
      <p:pic>
        <p:nvPicPr>
          <p:cNvPr id="105" name="Google Shape;105;p14"/>
          <p:cNvPicPr preferRelativeResize="0"/>
          <p:nvPr/>
        </p:nvPicPr>
        <p:blipFill rotWithShape="1">
          <a:blip r:embed="rId3">
            <a:alphaModFix/>
          </a:blip>
          <a:srcRect b="52666" l="17154" r="15786" t="27799"/>
          <a:stretch/>
        </p:blipFill>
        <p:spPr>
          <a:xfrm flipH="1" rot="10800000">
            <a:off x="-43500" y="4586900"/>
            <a:ext cx="4298400" cy="831700"/>
          </a:xfrm>
          <a:prstGeom prst="rect">
            <a:avLst/>
          </a:prstGeom>
          <a:noFill/>
          <a:ln>
            <a:noFill/>
          </a:ln>
        </p:spPr>
      </p:pic>
      <p:pic>
        <p:nvPicPr>
          <p:cNvPr id="106" name="Google Shape;106;p14"/>
          <p:cNvPicPr preferRelativeResize="0"/>
          <p:nvPr/>
        </p:nvPicPr>
        <p:blipFill rotWithShape="1">
          <a:blip r:embed="rId2">
            <a:alphaModFix/>
          </a:blip>
          <a:srcRect b="15315" l="45323" r="44059" t="17777"/>
          <a:stretch/>
        </p:blipFill>
        <p:spPr>
          <a:xfrm flipH="1" rot="10800000">
            <a:off x="-5525" y="3822200"/>
            <a:ext cx="659549" cy="1236500"/>
          </a:xfrm>
          <a:prstGeom prst="rect">
            <a:avLst/>
          </a:prstGeom>
          <a:noFill/>
          <a:ln>
            <a:noFill/>
          </a:ln>
        </p:spPr>
      </p:pic>
      <p:sp>
        <p:nvSpPr>
          <p:cNvPr id="107" name="Google Shape;107;p14"/>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cxnSp>
        <p:nvCxnSpPr>
          <p:cNvPr id="108" name="Google Shape;108;p14"/>
          <p:cNvCxnSpPr/>
          <p:nvPr/>
        </p:nvCxnSpPr>
        <p:spPr>
          <a:xfrm>
            <a:off x="8816700" y="422000"/>
            <a:ext cx="0" cy="3400200"/>
          </a:xfrm>
          <a:prstGeom prst="straightConnector1">
            <a:avLst/>
          </a:prstGeom>
          <a:noFill/>
          <a:ln cap="flat" cmpd="sng" w="19050">
            <a:solidFill>
              <a:schemeClr val="dk1"/>
            </a:solidFill>
            <a:prstDash val="solid"/>
            <a:round/>
            <a:headEnd len="med" w="med" type="none"/>
            <a:tailEnd len="med" w="med" type="none"/>
          </a:ln>
        </p:spPr>
      </p:cxnSp>
      <p:cxnSp>
        <p:nvCxnSpPr>
          <p:cNvPr id="109" name="Google Shape;109;p14"/>
          <p:cNvCxnSpPr/>
          <p:nvPr/>
        </p:nvCxnSpPr>
        <p:spPr>
          <a:xfrm>
            <a:off x="338875" y="2218275"/>
            <a:ext cx="0" cy="18195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6">
    <p:spTree>
      <p:nvGrpSpPr>
        <p:cNvPr id="110" name="Shape 110"/>
        <p:cNvGrpSpPr/>
        <p:nvPr/>
      </p:nvGrpSpPr>
      <p:grpSpPr>
        <a:xfrm>
          <a:off x="0" y="0"/>
          <a:ext cx="0" cy="0"/>
          <a:chOff x="0" y="0"/>
          <a:chExt cx="0" cy="0"/>
        </a:xfrm>
      </p:grpSpPr>
      <p:pic>
        <p:nvPicPr>
          <p:cNvPr id="111" name="Google Shape;111;p15"/>
          <p:cNvPicPr preferRelativeResize="0"/>
          <p:nvPr/>
        </p:nvPicPr>
        <p:blipFill rotWithShape="1">
          <a:blip r:embed="rId2">
            <a:alphaModFix/>
          </a:blip>
          <a:srcRect b="15315" l="45323" r="44059" t="17777"/>
          <a:stretch/>
        </p:blipFill>
        <p:spPr>
          <a:xfrm flipH="1" rot="10800000">
            <a:off x="-2475" y="-54050"/>
            <a:ext cx="659549" cy="2974225"/>
          </a:xfrm>
          <a:prstGeom prst="rect">
            <a:avLst/>
          </a:prstGeom>
          <a:noFill/>
          <a:ln>
            <a:noFill/>
          </a:ln>
        </p:spPr>
      </p:pic>
      <p:pic>
        <p:nvPicPr>
          <p:cNvPr id="112" name="Google Shape;112;p15"/>
          <p:cNvPicPr preferRelativeResize="0"/>
          <p:nvPr/>
        </p:nvPicPr>
        <p:blipFill rotWithShape="1">
          <a:blip r:embed="rId3">
            <a:alphaModFix/>
          </a:blip>
          <a:srcRect b="52666" l="17154" r="15786" t="27799"/>
          <a:stretch/>
        </p:blipFill>
        <p:spPr>
          <a:xfrm flipH="1" rot="10800000">
            <a:off x="4304075" y="4388000"/>
            <a:ext cx="4839926" cy="831700"/>
          </a:xfrm>
          <a:prstGeom prst="rect">
            <a:avLst/>
          </a:prstGeom>
          <a:noFill/>
          <a:ln>
            <a:noFill/>
          </a:ln>
        </p:spPr>
      </p:pic>
      <p:pic>
        <p:nvPicPr>
          <p:cNvPr id="113" name="Google Shape;113;p15"/>
          <p:cNvPicPr preferRelativeResize="0"/>
          <p:nvPr/>
        </p:nvPicPr>
        <p:blipFill rotWithShape="1">
          <a:blip r:embed="rId2">
            <a:alphaModFix/>
          </a:blip>
          <a:srcRect b="15315" l="45323" r="44059" t="17777"/>
          <a:stretch/>
        </p:blipFill>
        <p:spPr>
          <a:xfrm>
            <a:off x="8486875" y="3362626"/>
            <a:ext cx="659549" cy="1539151"/>
          </a:xfrm>
          <a:prstGeom prst="rect">
            <a:avLst/>
          </a:prstGeom>
          <a:noFill/>
          <a:ln>
            <a:noFill/>
          </a:ln>
        </p:spPr>
      </p:pic>
      <p:sp>
        <p:nvSpPr>
          <p:cNvPr id="114" name="Google Shape;114;p15"/>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cxnSp>
        <p:nvCxnSpPr>
          <p:cNvPr id="115" name="Google Shape;115;p15"/>
          <p:cNvCxnSpPr/>
          <p:nvPr/>
        </p:nvCxnSpPr>
        <p:spPr>
          <a:xfrm>
            <a:off x="327300" y="1278900"/>
            <a:ext cx="0" cy="2585700"/>
          </a:xfrm>
          <a:prstGeom prst="straightConnector1">
            <a:avLst/>
          </a:prstGeom>
          <a:noFill/>
          <a:ln cap="flat" cmpd="sng" w="19050">
            <a:solidFill>
              <a:schemeClr val="dk1"/>
            </a:solidFill>
            <a:prstDash val="solid"/>
            <a:round/>
            <a:headEnd len="med" w="med" type="none"/>
            <a:tailEnd len="med" w="med" type="none"/>
          </a:ln>
        </p:spPr>
      </p:cxnSp>
      <p:cxnSp>
        <p:nvCxnSpPr>
          <p:cNvPr id="116" name="Google Shape;116;p15"/>
          <p:cNvCxnSpPr/>
          <p:nvPr/>
        </p:nvCxnSpPr>
        <p:spPr>
          <a:xfrm>
            <a:off x="8816650" y="3048650"/>
            <a:ext cx="0" cy="12018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5">
    <p:spTree>
      <p:nvGrpSpPr>
        <p:cNvPr id="117" name="Shape 117"/>
        <p:cNvGrpSpPr/>
        <p:nvPr/>
      </p:nvGrpSpPr>
      <p:grpSpPr>
        <a:xfrm>
          <a:off x="0" y="0"/>
          <a:ext cx="0" cy="0"/>
          <a:chOff x="0" y="0"/>
          <a:chExt cx="0" cy="0"/>
        </a:xfrm>
      </p:grpSpPr>
      <p:pic>
        <p:nvPicPr>
          <p:cNvPr id="118" name="Google Shape;118;p16"/>
          <p:cNvPicPr preferRelativeResize="0"/>
          <p:nvPr/>
        </p:nvPicPr>
        <p:blipFill rotWithShape="1">
          <a:blip r:embed="rId2">
            <a:alphaModFix/>
          </a:blip>
          <a:srcRect b="52666" l="17154" r="15786" t="27799"/>
          <a:stretch/>
        </p:blipFill>
        <p:spPr>
          <a:xfrm flipH="1" rot="10800000">
            <a:off x="-73724" y="4374475"/>
            <a:ext cx="4379798" cy="831700"/>
          </a:xfrm>
          <a:prstGeom prst="rect">
            <a:avLst/>
          </a:prstGeom>
          <a:noFill/>
          <a:ln>
            <a:noFill/>
          </a:ln>
        </p:spPr>
      </p:pic>
      <p:pic>
        <p:nvPicPr>
          <p:cNvPr id="119" name="Google Shape;119;p16"/>
          <p:cNvPicPr preferRelativeResize="0"/>
          <p:nvPr/>
        </p:nvPicPr>
        <p:blipFill rotWithShape="1">
          <a:blip r:embed="rId3">
            <a:alphaModFix/>
          </a:blip>
          <a:srcRect b="15315" l="45323" r="44059" t="17777"/>
          <a:stretch/>
        </p:blipFill>
        <p:spPr>
          <a:xfrm flipH="1" rot="10800000">
            <a:off x="-2475" y="2123599"/>
            <a:ext cx="659549" cy="2787626"/>
          </a:xfrm>
          <a:prstGeom prst="rect">
            <a:avLst/>
          </a:prstGeom>
          <a:noFill/>
          <a:ln>
            <a:noFill/>
          </a:ln>
        </p:spPr>
      </p:pic>
      <p:pic>
        <p:nvPicPr>
          <p:cNvPr id="120" name="Google Shape;120;p16"/>
          <p:cNvPicPr preferRelativeResize="0"/>
          <p:nvPr/>
        </p:nvPicPr>
        <p:blipFill rotWithShape="1">
          <a:blip r:embed="rId2">
            <a:alphaModFix/>
          </a:blip>
          <a:srcRect b="52666" l="17154" r="15786" t="27799"/>
          <a:stretch/>
        </p:blipFill>
        <p:spPr>
          <a:xfrm>
            <a:off x="5188975" y="-22825"/>
            <a:ext cx="3955027" cy="831700"/>
          </a:xfrm>
          <a:prstGeom prst="rect">
            <a:avLst/>
          </a:prstGeom>
          <a:noFill/>
          <a:ln>
            <a:noFill/>
          </a:ln>
        </p:spPr>
      </p:pic>
      <p:sp>
        <p:nvSpPr>
          <p:cNvPr id="121" name="Google Shape;121;p16"/>
          <p:cNvSpPr txBox="1"/>
          <p:nvPr>
            <p:ph type="title"/>
          </p:nvPr>
        </p:nvSpPr>
        <p:spPr>
          <a:xfrm>
            <a:off x="4564013" y="1851000"/>
            <a:ext cx="31950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22" name="Google Shape;122;p16"/>
          <p:cNvSpPr txBox="1"/>
          <p:nvPr>
            <p:ph idx="1" type="subTitle"/>
          </p:nvPr>
        </p:nvSpPr>
        <p:spPr>
          <a:xfrm>
            <a:off x="4564013" y="2306700"/>
            <a:ext cx="3195000" cy="9858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123" name="Google Shape;123;p16"/>
          <p:cNvSpPr/>
          <p:nvPr/>
        </p:nvSpPr>
        <p:spPr>
          <a:xfrm>
            <a:off x="8489400" y="304200"/>
            <a:ext cx="654600" cy="1546800"/>
          </a:xfrm>
          <a:prstGeom prst="rect">
            <a:avLst/>
          </a:prstGeom>
          <a:gradFill>
            <a:gsLst>
              <a:gs pos="0">
                <a:schemeClr val="dk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 name="Google Shape;124;p16"/>
          <p:cNvCxnSpPr/>
          <p:nvPr/>
        </p:nvCxnSpPr>
        <p:spPr>
          <a:xfrm>
            <a:off x="327300" y="692100"/>
            <a:ext cx="0" cy="2585700"/>
          </a:xfrm>
          <a:prstGeom prst="straightConnector1">
            <a:avLst/>
          </a:prstGeom>
          <a:noFill/>
          <a:ln cap="flat" cmpd="sng" w="19050">
            <a:solidFill>
              <a:schemeClr val="dk1"/>
            </a:solidFill>
            <a:prstDash val="solid"/>
            <a:round/>
            <a:headEnd len="med" w="med" type="none"/>
            <a:tailEnd len="med" w="med" type="none"/>
          </a:ln>
        </p:spPr>
      </p:cxnSp>
      <p:cxnSp>
        <p:nvCxnSpPr>
          <p:cNvPr id="125" name="Google Shape;125;p16"/>
          <p:cNvCxnSpPr/>
          <p:nvPr/>
        </p:nvCxnSpPr>
        <p:spPr>
          <a:xfrm rot="10800000">
            <a:off x="2903400" y="4790325"/>
            <a:ext cx="4525200" cy="0"/>
          </a:xfrm>
          <a:prstGeom prst="straightConnector1">
            <a:avLst/>
          </a:prstGeom>
          <a:noFill/>
          <a:ln cap="flat" cmpd="sng" w="19050">
            <a:solidFill>
              <a:schemeClr val="dk1"/>
            </a:solidFill>
            <a:prstDash val="solid"/>
            <a:round/>
            <a:headEnd len="med" w="med" type="none"/>
            <a:tailEnd len="med" w="med" type="none"/>
          </a:ln>
        </p:spPr>
      </p:cxnSp>
      <p:pic>
        <p:nvPicPr>
          <p:cNvPr id="126" name="Google Shape;126;p16"/>
          <p:cNvPicPr preferRelativeResize="0"/>
          <p:nvPr/>
        </p:nvPicPr>
        <p:blipFill rotWithShape="1">
          <a:blip r:embed="rId3">
            <a:alphaModFix/>
          </a:blip>
          <a:srcRect b="15315" l="45323" r="44059" t="17777"/>
          <a:stretch/>
        </p:blipFill>
        <p:spPr>
          <a:xfrm>
            <a:off x="8486925" y="304200"/>
            <a:ext cx="659549" cy="15468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8">
    <p:spTree>
      <p:nvGrpSpPr>
        <p:cNvPr id="127" name="Shape 127"/>
        <p:cNvGrpSpPr/>
        <p:nvPr/>
      </p:nvGrpSpPr>
      <p:grpSpPr>
        <a:xfrm>
          <a:off x="0" y="0"/>
          <a:ext cx="0" cy="0"/>
          <a:chOff x="0" y="0"/>
          <a:chExt cx="0" cy="0"/>
        </a:xfrm>
      </p:grpSpPr>
      <p:sp>
        <p:nvSpPr>
          <p:cNvPr id="128" name="Google Shape;128;p17"/>
          <p:cNvSpPr txBox="1"/>
          <p:nvPr>
            <p:ph idx="1" type="body"/>
          </p:nvPr>
        </p:nvSpPr>
        <p:spPr>
          <a:xfrm>
            <a:off x="712375" y="1152475"/>
            <a:ext cx="7719300" cy="9699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0"/>
              </a:spcBef>
              <a:spcAft>
                <a:spcPts val="0"/>
              </a:spcAft>
              <a:buSzPts val="1200"/>
              <a:buChar char="○"/>
              <a:defRPr/>
            </a:lvl2pPr>
            <a:lvl3pPr indent="-304800" lvl="2" marL="1371600" rtl="0">
              <a:spcBef>
                <a:spcPts val="0"/>
              </a:spcBef>
              <a:spcAft>
                <a:spcPts val="0"/>
              </a:spcAft>
              <a:buSzPts val="1200"/>
              <a:buChar char="■"/>
              <a:defRPr/>
            </a:lvl3pPr>
            <a:lvl4pPr indent="-304800" lvl="3" marL="1828800" rtl="0">
              <a:spcBef>
                <a:spcPts val="0"/>
              </a:spcBef>
              <a:spcAft>
                <a:spcPts val="0"/>
              </a:spcAft>
              <a:buSzPts val="1200"/>
              <a:buChar char="●"/>
              <a:defRPr/>
            </a:lvl4pPr>
            <a:lvl5pPr indent="-304800" lvl="4" marL="2286000" rtl="0">
              <a:spcBef>
                <a:spcPts val="0"/>
              </a:spcBef>
              <a:spcAft>
                <a:spcPts val="0"/>
              </a:spcAft>
              <a:buSzPts val="1200"/>
              <a:buChar char="○"/>
              <a:defRPr/>
            </a:lvl5pPr>
            <a:lvl6pPr indent="-304800" lvl="5" marL="2743200" rtl="0">
              <a:spcBef>
                <a:spcPts val="0"/>
              </a:spcBef>
              <a:spcAft>
                <a:spcPts val="0"/>
              </a:spcAft>
              <a:buSzPts val="1200"/>
              <a:buChar char="■"/>
              <a:defRPr/>
            </a:lvl6pPr>
            <a:lvl7pPr indent="-304800" lvl="6" marL="3200400" rtl="0">
              <a:spcBef>
                <a:spcPts val="0"/>
              </a:spcBef>
              <a:spcAft>
                <a:spcPts val="0"/>
              </a:spcAft>
              <a:buSzPts val="1200"/>
              <a:buChar char="●"/>
              <a:defRPr/>
            </a:lvl7pPr>
            <a:lvl8pPr indent="-304800" lvl="7" marL="3657600" rtl="0">
              <a:spcBef>
                <a:spcPts val="0"/>
              </a:spcBef>
              <a:spcAft>
                <a:spcPts val="0"/>
              </a:spcAft>
              <a:buSzPts val="1200"/>
              <a:buChar char="○"/>
              <a:defRPr/>
            </a:lvl8pPr>
            <a:lvl9pPr indent="-304800" lvl="8" marL="4114800" rtl="0">
              <a:spcBef>
                <a:spcPts val="0"/>
              </a:spcBef>
              <a:spcAft>
                <a:spcPts val="0"/>
              </a:spcAft>
              <a:buSzPts val="1200"/>
              <a:buChar char="■"/>
              <a:defRPr/>
            </a:lvl9pPr>
          </a:lstStyle>
          <a:p/>
        </p:txBody>
      </p:sp>
      <p:sp>
        <p:nvSpPr>
          <p:cNvPr id="129" name="Google Shape;129;p17"/>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
    <p:spTree>
      <p:nvGrpSpPr>
        <p:cNvPr id="130" name="Shape 130"/>
        <p:cNvGrpSpPr/>
        <p:nvPr/>
      </p:nvGrpSpPr>
      <p:grpSpPr>
        <a:xfrm>
          <a:off x="0" y="0"/>
          <a:ext cx="0" cy="0"/>
          <a:chOff x="0" y="0"/>
          <a:chExt cx="0" cy="0"/>
        </a:xfrm>
      </p:grpSpPr>
      <p:pic>
        <p:nvPicPr>
          <p:cNvPr id="131" name="Google Shape;131;p18"/>
          <p:cNvPicPr preferRelativeResize="0"/>
          <p:nvPr/>
        </p:nvPicPr>
        <p:blipFill rotWithShape="1">
          <a:blip r:embed="rId2">
            <a:alphaModFix/>
          </a:blip>
          <a:srcRect b="15315" l="45323" r="44059" t="17777"/>
          <a:stretch/>
        </p:blipFill>
        <p:spPr>
          <a:xfrm>
            <a:off x="8486925" y="3129125"/>
            <a:ext cx="659549" cy="2014376"/>
          </a:xfrm>
          <a:prstGeom prst="rect">
            <a:avLst/>
          </a:prstGeom>
          <a:noFill/>
          <a:ln>
            <a:noFill/>
          </a:ln>
        </p:spPr>
      </p:pic>
      <p:pic>
        <p:nvPicPr>
          <p:cNvPr id="132" name="Google Shape;132;p18"/>
          <p:cNvPicPr preferRelativeResize="0"/>
          <p:nvPr/>
        </p:nvPicPr>
        <p:blipFill rotWithShape="1">
          <a:blip r:embed="rId3">
            <a:alphaModFix/>
          </a:blip>
          <a:srcRect b="52666" l="17154" r="15786" t="27799"/>
          <a:stretch/>
        </p:blipFill>
        <p:spPr>
          <a:xfrm>
            <a:off x="0" y="-209625"/>
            <a:ext cx="2744702" cy="831700"/>
          </a:xfrm>
          <a:prstGeom prst="rect">
            <a:avLst/>
          </a:prstGeom>
          <a:noFill/>
          <a:ln>
            <a:noFill/>
          </a:ln>
        </p:spPr>
      </p:pic>
      <p:pic>
        <p:nvPicPr>
          <p:cNvPr id="133" name="Google Shape;133;p18"/>
          <p:cNvPicPr preferRelativeResize="0"/>
          <p:nvPr/>
        </p:nvPicPr>
        <p:blipFill rotWithShape="1">
          <a:blip r:embed="rId2">
            <a:alphaModFix/>
          </a:blip>
          <a:srcRect b="15315" l="45323" r="44059" t="17777"/>
          <a:stretch/>
        </p:blipFill>
        <p:spPr>
          <a:xfrm>
            <a:off x="145650" y="155075"/>
            <a:ext cx="659549" cy="3515700"/>
          </a:xfrm>
          <a:prstGeom prst="rect">
            <a:avLst/>
          </a:prstGeom>
          <a:noFill/>
          <a:ln>
            <a:noFill/>
          </a:ln>
        </p:spPr>
      </p:pic>
      <p:sp>
        <p:nvSpPr>
          <p:cNvPr id="134" name="Google Shape;134;p18"/>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
        <p:nvSpPr>
          <p:cNvPr id="135" name="Google Shape;135;p18"/>
          <p:cNvSpPr txBox="1"/>
          <p:nvPr>
            <p:ph idx="1" type="subTitle"/>
          </p:nvPr>
        </p:nvSpPr>
        <p:spPr>
          <a:xfrm>
            <a:off x="1376850" y="1271600"/>
            <a:ext cx="6390300" cy="45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6" name="Google Shape;136;p18"/>
          <p:cNvSpPr txBox="1"/>
          <p:nvPr>
            <p:ph idx="2" type="subTitle"/>
          </p:nvPr>
        </p:nvSpPr>
        <p:spPr>
          <a:xfrm>
            <a:off x="1376850" y="1653390"/>
            <a:ext cx="6390300" cy="73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137" name="Google Shape;137;p18"/>
          <p:cNvSpPr txBox="1"/>
          <p:nvPr>
            <p:ph idx="3" type="subTitle"/>
          </p:nvPr>
        </p:nvSpPr>
        <p:spPr>
          <a:xfrm>
            <a:off x="1376850" y="2358768"/>
            <a:ext cx="6390300" cy="45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8" name="Google Shape;138;p18"/>
          <p:cNvSpPr txBox="1"/>
          <p:nvPr>
            <p:ph idx="4" type="subTitle"/>
          </p:nvPr>
        </p:nvSpPr>
        <p:spPr>
          <a:xfrm>
            <a:off x="1376850" y="2740558"/>
            <a:ext cx="6390300" cy="73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139" name="Google Shape;139;p18"/>
          <p:cNvSpPr txBox="1"/>
          <p:nvPr>
            <p:ph idx="5" type="subTitle"/>
          </p:nvPr>
        </p:nvSpPr>
        <p:spPr>
          <a:xfrm>
            <a:off x="1376850" y="3445935"/>
            <a:ext cx="6390300" cy="45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0" name="Google Shape;140;p18"/>
          <p:cNvSpPr txBox="1"/>
          <p:nvPr>
            <p:ph idx="6" type="subTitle"/>
          </p:nvPr>
        </p:nvSpPr>
        <p:spPr>
          <a:xfrm>
            <a:off x="1376850" y="3827725"/>
            <a:ext cx="6390300" cy="73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cxnSp>
        <p:nvCxnSpPr>
          <p:cNvPr id="141" name="Google Shape;141;p18"/>
          <p:cNvCxnSpPr/>
          <p:nvPr/>
        </p:nvCxnSpPr>
        <p:spPr>
          <a:xfrm>
            <a:off x="476250" y="3200225"/>
            <a:ext cx="0" cy="943800"/>
          </a:xfrm>
          <a:prstGeom prst="straightConnector1">
            <a:avLst/>
          </a:prstGeom>
          <a:noFill/>
          <a:ln cap="flat" cmpd="sng" w="19050">
            <a:solidFill>
              <a:schemeClr val="dk1"/>
            </a:solidFill>
            <a:prstDash val="solid"/>
            <a:round/>
            <a:headEnd len="med" w="med" type="none"/>
            <a:tailEnd len="med" w="med" type="none"/>
          </a:ln>
        </p:spPr>
      </p:cxnSp>
      <p:cxnSp>
        <p:nvCxnSpPr>
          <p:cNvPr id="142" name="Google Shape;142;p18"/>
          <p:cNvCxnSpPr/>
          <p:nvPr/>
        </p:nvCxnSpPr>
        <p:spPr>
          <a:xfrm rot="10800000">
            <a:off x="2220825" y="178850"/>
            <a:ext cx="4677600" cy="0"/>
          </a:xfrm>
          <a:prstGeom prst="straightConnector1">
            <a:avLst/>
          </a:prstGeom>
          <a:noFill/>
          <a:ln cap="flat" cmpd="sng" w="19050">
            <a:solidFill>
              <a:schemeClr val="dk1"/>
            </a:solidFill>
            <a:prstDash val="solid"/>
            <a:round/>
            <a:headEnd len="med" w="med" type="none"/>
            <a:tailEnd len="med" w="med" type="none"/>
          </a:ln>
        </p:spPr>
      </p:cxnSp>
      <p:cxnSp>
        <p:nvCxnSpPr>
          <p:cNvPr id="143" name="Google Shape;143;p18"/>
          <p:cNvCxnSpPr/>
          <p:nvPr/>
        </p:nvCxnSpPr>
        <p:spPr>
          <a:xfrm>
            <a:off x="8816700" y="879200"/>
            <a:ext cx="0" cy="34002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
    <p:spTree>
      <p:nvGrpSpPr>
        <p:cNvPr id="144" name="Shape 144"/>
        <p:cNvGrpSpPr/>
        <p:nvPr/>
      </p:nvGrpSpPr>
      <p:grpSpPr>
        <a:xfrm>
          <a:off x="0" y="0"/>
          <a:ext cx="0" cy="0"/>
          <a:chOff x="0" y="0"/>
          <a:chExt cx="0" cy="0"/>
        </a:xfrm>
      </p:grpSpPr>
      <p:pic>
        <p:nvPicPr>
          <p:cNvPr id="145" name="Google Shape;145;p19"/>
          <p:cNvPicPr preferRelativeResize="0"/>
          <p:nvPr/>
        </p:nvPicPr>
        <p:blipFill rotWithShape="1">
          <a:blip r:embed="rId2">
            <a:alphaModFix/>
          </a:blip>
          <a:srcRect b="15315" l="45323" r="44059" t="17777"/>
          <a:stretch/>
        </p:blipFill>
        <p:spPr>
          <a:xfrm flipH="1" rot="10800000">
            <a:off x="139725" y="1901699"/>
            <a:ext cx="659549" cy="1387201"/>
          </a:xfrm>
          <a:prstGeom prst="rect">
            <a:avLst/>
          </a:prstGeom>
          <a:noFill/>
          <a:ln>
            <a:noFill/>
          </a:ln>
        </p:spPr>
      </p:pic>
      <p:pic>
        <p:nvPicPr>
          <p:cNvPr id="146" name="Google Shape;146;p19"/>
          <p:cNvPicPr preferRelativeResize="0"/>
          <p:nvPr/>
        </p:nvPicPr>
        <p:blipFill rotWithShape="1">
          <a:blip r:embed="rId2">
            <a:alphaModFix/>
          </a:blip>
          <a:srcRect b="15315" l="45323" r="44059" t="17777"/>
          <a:stretch/>
        </p:blipFill>
        <p:spPr>
          <a:xfrm flipH="1" rot="10800000">
            <a:off x="8344750" y="-1"/>
            <a:ext cx="659549" cy="2686676"/>
          </a:xfrm>
          <a:prstGeom prst="rect">
            <a:avLst/>
          </a:prstGeom>
          <a:noFill/>
          <a:ln>
            <a:noFill/>
          </a:ln>
        </p:spPr>
      </p:pic>
      <p:pic>
        <p:nvPicPr>
          <p:cNvPr id="147" name="Google Shape;147;p19"/>
          <p:cNvPicPr preferRelativeResize="0"/>
          <p:nvPr/>
        </p:nvPicPr>
        <p:blipFill rotWithShape="1">
          <a:blip r:embed="rId3">
            <a:alphaModFix/>
          </a:blip>
          <a:srcRect b="52666" l="17154" r="15786" t="27799"/>
          <a:stretch/>
        </p:blipFill>
        <p:spPr>
          <a:xfrm flipH="1" rot="10800000">
            <a:off x="1747950" y="4388000"/>
            <a:ext cx="5640998" cy="831700"/>
          </a:xfrm>
          <a:prstGeom prst="rect">
            <a:avLst/>
          </a:prstGeom>
          <a:noFill/>
          <a:ln>
            <a:noFill/>
          </a:ln>
        </p:spPr>
      </p:pic>
      <p:sp>
        <p:nvSpPr>
          <p:cNvPr id="148" name="Google Shape;148;p19"/>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
        <p:nvSpPr>
          <p:cNvPr id="149" name="Google Shape;149;p19"/>
          <p:cNvSpPr txBox="1"/>
          <p:nvPr>
            <p:ph idx="1" type="subTitle"/>
          </p:nvPr>
        </p:nvSpPr>
        <p:spPr>
          <a:xfrm>
            <a:off x="1074163" y="1363625"/>
            <a:ext cx="34164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0" name="Google Shape;150;p19"/>
          <p:cNvSpPr txBox="1"/>
          <p:nvPr>
            <p:ph idx="2" type="subTitle"/>
          </p:nvPr>
        </p:nvSpPr>
        <p:spPr>
          <a:xfrm>
            <a:off x="1074163" y="1738925"/>
            <a:ext cx="34164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151" name="Google Shape;151;p19"/>
          <p:cNvSpPr txBox="1"/>
          <p:nvPr>
            <p:ph idx="3" type="subTitle"/>
          </p:nvPr>
        </p:nvSpPr>
        <p:spPr>
          <a:xfrm>
            <a:off x="4653438" y="1363625"/>
            <a:ext cx="34164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2" name="Google Shape;152;p19"/>
          <p:cNvSpPr txBox="1"/>
          <p:nvPr>
            <p:ph idx="4" type="subTitle"/>
          </p:nvPr>
        </p:nvSpPr>
        <p:spPr>
          <a:xfrm>
            <a:off x="4653438" y="1738925"/>
            <a:ext cx="34164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153" name="Google Shape;153;p19"/>
          <p:cNvSpPr txBox="1"/>
          <p:nvPr>
            <p:ph idx="5" type="subTitle"/>
          </p:nvPr>
        </p:nvSpPr>
        <p:spPr>
          <a:xfrm>
            <a:off x="1074163" y="2959575"/>
            <a:ext cx="34164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4" name="Google Shape;154;p19"/>
          <p:cNvSpPr txBox="1"/>
          <p:nvPr>
            <p:ph idx="6" type="subTitle"/>
          </p:nvPr>
        </p:nvSpPr>
        <p:spPr>
          <a:xfrm>
            <a:off x="1074163" y="3334875"/>
            <a:ext cx="34164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155" name="Google Shape;155;p19"/>
          <p:cNvSpPr txBox="1"/>
          <p:nvPr>
            <p:ph idx="7" type="subTitle"/>
          </p:nvPr>
        </p:nvSpPr>
        <p:spPr>
          <a:xfrm>
            <a:off x="4653438" y="2959575"/>
            <a:ext cx="34164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6" name="Google Shape;156;p19"/>
          <p:cNvSpPr txBox="1"/>
          <p:nvPr>
            <p:ph idx="8" type="subTitle"/>
          </p:nvPr>
        </p:nvSpPr>
        <p:spPr>
          <a:xfrm>
            <a:off x="4653438" y="3334875"/>
            <a:ext cx="34164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cxnSp>
        <p:nvCxnSpPr>
          <p:cNvPr id="157" name="Google Shape;157;p19"/>
          <p:cNvCxnSpPr/>
          <p:nvPr/>
        </p:nvCxnSpPr>
        <p:spPr>
          <a:xfrm>
            <a:off x="476250" y="616800"/>
            <a:ext cx="0" cy="1648500"/>
          </a:xfrm>
          <a:prstGeom prst="straightConnector1">
            <a:avLst/>
          </a:prstGeom>
          <a:noFill/>
          <a:ln cap="flat" cmpd="sng" w="19050">
            <a:solidFill>
              <a:schemeClr val="dk1"/>
            </a:solidFill>
            <a:prstDash val="solid"/>
            <a:round/>
            <a:headEnd len="med" w="med" type="none"/>
            <a:tailEnd len="med" w="med" type="none"/>
          </a:ln>
        </p:spPr>
      </p:cxnSp>
      <p:cxnSp>
        <p:nvCxnSpPr>
          <p:cNvPr id="158" name="Google Shape;158;p19"/>
          <p:cNvCxnSpPr/>
          <p:nvPr/>
        </p:nvCxnSpPr>
        <p:spPr>
          <a:xfrm rot="10800000">
            <a:off x="6425025" y="4943400"/>
            <a:ext cx="23772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spTree>
      <p:nvGrpSpPr>
        <p:cNvPr id="159" name="Shape 159"/>
        <p:cNvGrpSpPr/>
        <p:nvPr/>
      </p:nvGrpSpPr>
      <p:grpSpPr>
        <a:xfrm>
          <a:off x="0" y="0"/>
          <a:ext cx="0" cy="0"/>
          <a:chOff x="0" y="0"/>
          <a:chExt cx="0" cy="0"/>
        </a:xfrm>
      </p:grpSpPr>
      <p:pic>
        <p:nvPicPr>
          <p:cNvPr id="160" name="Google Shape;160;p20"/>
          <p:cNvPicPr preferRelativeResize="0"/>
          <p:nvPr/>
        </p:nvPicPr>
        <p:blipFill rotWithShape="1">
          <a:blip r:embed="rId2">
            <a:alphaModFix/>
          </a:blip>
          <a:srcRect b="15315" l="45323" r="44059" t="17777"/>
          <a:stretch/>
        </p:blipFill>
        <p:spPr>
          <a:xfrm flipH="1" rot="10800000">
            <a:off x="-6975" y="-42026"/>
            <a:ext cx="659549" cy="3134276"/>
          </a:xfrm>
          <a:prstGeom prst="rect">
            <a:avLst/>
          </a:prstGeom>
          <a:noFill/>
          <a:ln>
            <a:noFill/>
          </a:ln>
        </p:spPr>
      </p:pic>
      <p:pic>
        <p:nvPicPr>
          <p:cNvPr id="161" name="Google Shape;161;p20"/>
          <p:cNvPicPr preferRelativeResize="0"/>
          <p:nvPr/>
        </p:nvPicPr>
        <p:blipFill rotWithShape="1">
          <a:blip r:embed="rId3">
            <a:alphaModFix/>
          </a:blip>
          <a:srcRect b="52666" l="17154" r="15786" t="27799"/>
          <a:stretch/>
        </p:blipFill>
        <p:spPr>
          <a:xfrm>
            <a:off x="4376100" y="-279900"/>
            <a:ext cx="5036227" cy="831700"/>
          </a:xfrm>
          <a:prstGeom prst="rect">
            <a:avLst/>
          </a:prstGeom>
          <a:noFill/>
          <a:ln>
            <a:noFill/>
          </a:ln>
        </p:spPr>
      </p:pic>
      <p:sp>
        <p:nvSpPr>
          <p:cNvPr id="162" name="Google Shape;162;p20"/>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
        <p:nvSpPr>
          <p:cNvPr id="163" name="Google Shape;163;p20"/>
          <p:cNvSpPr txBox="1"/>
          <p:nvPr>
            <p:ph idx="1" type="subTitle"/>
          </p:nvPr>
        </p:nvSpPr>
        <p:spPr>
          <a:xfrm>
            <a:off x="719075" y="1289900"/>
            <a:ext cx="2533500" cy="71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4" name="Google Shape;164;p20"/>
          <p:cNvSpPr txBox="1"/>
          <p:nvPr>
            <p:ph idx="2" type="subTitle"/>
          </p:nvPr>
        </p:nvSpPr>
        <p:spPr>
          <a:xfrm>
            <a:off x="719075" y="1891336"/>
            <a:ext cx="25335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165" name="Google Shape;165;p20"/>
          <p:cNvSpPr txBox="1"/>
          <p:nvPr>
            <p:ph idx="3" type="subTitle"/>
          </p:nvPr>
        </p:nvSpPr>
        <p:spPr>
          <a:xfrm>
            <a:off x="3319063" y="1289900"/>
            <a:ext cx="2533500" cy="71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6" name="Google Shape;166;p20"/>
          <p:cNvSpPr txBox="1"/>
          <p:nvPr>
            <p:ph idx="4" type="subTitle"/>
          </p:nvPr>
        </p:nvSpPr>
        <p:spPr>
          <a:xfrm>
            <a:off x="3319063" y="1891336"/>
            <a:ext cx="25335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167" name="Google Shape;167;p20"/>
          <p:cNvSpPr txBox="1"/>
          <p:nvPr>
            <p:ph idx="5" type="subTitle"/>
          </p:nvPr>
        </p:nvSpPr>
        <p:spPr>
          <a:xfrm>
            <a:off x="5919050" y="1289900"/>
            <a:ext cx="2533500" cy="71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8" name="Google Shape;168;p20"/>
          <p:cNvSpPr txBox="1"/>
          <p:nvPr>
            <p:ph idx="6" type="subTitle"/>
          </p:nvPr>
        </p:nvSpPr>
        <p:spPr>
          <a:xfrm>
            <a:off x="5919050" y="1891336"/>
            <a:ext cx="25335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169" name="Google Shape;169;p20"/>
          <p:cNvSpPr txBox="1"/>
          <p:nvPr>
            <p:ph idx="7" type="subTitle"/>
          </p:nvPr>
        </p:nvSpPr>
        <p:spPr>
          <a:xfrm>
            <a:off x="719075" y="3027554"/>
            <a:ext cx="2533500" cy="71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0" name="Google Shape;170;p20"/>
          <p:cNvSpPr txBox="1"/>
          <p:nvPr>
            <p:ph idx="8" type="subTitle"/>
          </p:nvPr>
        </p:nvSpPr>
        <p:spPr>
          <a:xfrm>
            <a:off x="719075" y="3629104"/>
            <a:ext cx="25335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171" name="Google Shape;171;p20"/>
          <p:cNvSpPr txBox="1"/>
          <p:nvPr>
            <p:ph idx="9" type="subTitle"/>
          </p:nvPr>
        </p:nvSpPr>
        <p:spPr>
          <a:xfrm>
            <a:off x="3319063" y="3027554"/>
            <a:ext cx="2533500" cy="71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2" name="Google Shape;172;p20"/>
          <p:cNvSpPr txBox="1"/>
          <p:nvPr>
            <p:ph idx="13" type="subTitle"/>
          </p:nvPr>
        </p:nvSpPr>
        <p:spPr>
          <a:xfrm>
            <a:off x="3319063" y="3629104"/>
            <a:ext cx="25335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173" name="Google Shape;173;p20"/>
          <p:cNvSpPr txBox="1"/>
          <p:nvPr>
            <p:ph idx="14" type="subTitle"/>
          </p:nvPr>
        </p:nvSpPr>
        <p:spPr>
          <a:xfrm>
            <a:off x="5919050" y="3027554"/>
            <a:ext cx="2533500" cy="71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900">
                <a:latin typeface="Lexend Exa ExtraBold"/>
                <a:ea typeface="Lexend Exa ExtraBold"/>
                <a:cs typeface="Lexend Exa ExtraBold"/>
                <a:sym typeface="Lexend Exa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4" name="Google Shape;174;p20"/>
          <p:cNvSpPr txBox="1"/>
          <p:nvPr>
            <p:ph idx="15" type="subTitle"/>
          </p:nvPr>
        </p:nvSpPr>
        <p:spPr>
          <a:xfrm>
            <a:off x="5919050" y="3629104"/>
            <a:ext cx="2533500" cy="864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cxnSp>
        <p:nvCxnSpPr>
          <p:cNvPr id="175" name="Google Shape;175;p20"/>
          <p:cNvCxnSpPr/>
          <p:nvPr/>
        </p:nvCxnSpPr>
        <p:spPr>
          <a:xfrm>
            <a:off x="291225" y="2472100"/>
            <a:ext cx="0" cy="18264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7">
    <p:spTree>
      <p:nvGrpSpPr>
        <p:cNvPr id="176" name="Shape 176"/>
        <p:cNvGrpSpPr/>
        <p:nvPr/>
      </p:nvGrpSpPr>
      <p:grpSpPr>
        <a:xfrm>
          <a:off x="0" y="0"/>
          <a:ext cx="0" cy="0"/>
          <a:chOff x="0" y="0"/>
          <a:chExt cx="0" cy="0"/>
        </a:xfrm>
      </p:grpSpPr>
      <p:pic>
        <p:nvPicPr>
          <p:cNvPr id="177" name="Google Shape;177;p21"/>
          <p:cNvPicPr preferRelativeResize="0"/>
          <p:nvPr/>
        </p:nvPicPr>
        <p:blipFill rotWithShape="1">
          <a:blip r:embed="rId2">
            <a:alphaModFix/>
          </a:blip>
          <a:srcRect b="52666" l="17154" r="15786" t="27799"/>
          <a:stretch/>
        </p:blipFill>
        <p:spPr>
          <a:xfrm flipH="1" rot="10800000">
            <a:off x="3234825" y="4311800"/>
            <a:ext cx="5965627" cy="831700"/>
          </a:xfrm>
          <a:prstGeom prst="rect">
            <a:avLst/>
          </a:prstGeom>
          <a:noFill/>
          <a:ln>
            <a:noFill/>
          </a:ln>
        </p:spPr>
      </p:pic>
      <p:pic>
        <p:nvPicPr>
          <p:cNvPr id="178" name="Google Shape;178;p21"/>
          <p:cNvPicPr preferRelativeResize="0"/>
          <p:nvPr/>
        </p:nvPicPr>
        <p:blipFill rotWithShape="1">
          <a:blip r:embed="rId3">
            <a:alphaModFix/>
          </a:blip>
          <a:srcRect b="15315" l="45323" r="44059" t="17777"/>
          <a:stretch/>
        </p:blipFill>
        <p:spPr>
          <a:xfrm flipH="1" rot="10800000">
            <a:off x="8101000" y="1970724"/>
            <a:ext cx="659549" cy="2974901"/>
          </a:xfrm>
          <a:prstGeom prst="rect">
            <a:avLst/>
          </a:prstGeom>
          <a:noFill/>
          <a:ln>
            <a:noFill/>
          </a:ln>
        </p:spPr>
      </p:pic>
      <p:pic>
        <p:nvPicPr>
          <p:cNvPr id="179" name="Google Shape;179;p21"/>
          <p:cNvPicPr preferRelativeResize="0"/>
          <p:nvPr/>
        </p:nvPicPr>
        <p:blipFill rotWithShape="1">
          <a:blip r:embed="rId2">
            <a:alphaModFix/>
          </a:blip>
          <a:srcRect b="52666" l="17154" r="15786" t="27799"/>
          <a:stretch/>
        </p:blipFill>
        <p:spPr>
          <a:xfrm>
            <a:off x="0" y="-28375"/>
            <a:ext cx="3411274" cy="831700"/>
          </a:xfrm>
          <a:prstGeom prst="rect">
            <a:avLst/>
          </a:prstGeom>
          <a:noFill/>
          <a:ln>
            <a:noFill/>
          </a:ln>
        </p:spPr>
      </p:pic>
      <p:pic>
        <p:nvPicPr>
          <p:cNvPr id="180" name="Google Shape;180;p21"/>
          <p:cNvPicPr preferRelativeResize="0"/>
          <p:nvPr/>
        </p:nvPicPr>
        <p:blipFill rotWithShape="1">
          <a:blip r:embed="rId3">
            <a:alphaModFix/>
          </a:blip>
          <a:srcRect b="15315" l="45323" r="44059" t="17777"/>
          <a:stretch/>
        </p:blipFill>
        <p:spPr>
          <a:xfrm>
            <a:off x="383450" y="324475"/>
            <a:ext cx="659549" cy="931524"/>
          </a:xfrm>
          <a:prstGeom prst="rect">
            <a:avLst/>
          </a:prstGeom>
          <a:noFill/>
          <a:ln>
            <a:noFill/>
          </a:ln>
        </p:spPr>
      </p:pic>
      <p:sp>
        <p:nvSpPr>
          <p:cNvPr id="181" name="Google Shape;181;p21"/>
          <p:cNvSpPr txBox="1"/>
          <p:nvPr/>
        </p:nvSpPr>
        <p:spPr>
          <a:xfrm>
            <a:off x="2532900" y="3527863"/>
            <a:ext cx="40782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Arimo"/>
                <a:ea typeface="Arimo"/>
                <a:cs typeface="Arimo"/>
                <a:sym typeface="Arimo"/>
              </a:rPr>
              <a:t>CREDITS:</a:t>
            </a:r>
            <a:r>
              <a:rPr lang="en" sz="1000">
                <a:solidFill>
                  <a:schemeClr val="dk1"/>
                </a:solidFill>
                <a:latin typeface="Arimo"/>
                <a:ea typeface="Arimo"/>
                <a:cs typeface="Arimo"/>
                <a:sym typeface="Arimo"/>
              </a:rPr>
              <a:t> This presentation template was created by </a:t>
            </a:r>
            <a:r>
              <a:rPr b="1" lang="en" sz="1000" u="sng">
                <a:solidFill>
                  <a:schemeClr val="dk1"/>
                </a:solidFill>
                <a:latin typeface="Arimo"/>
                <a:ea typeface="Arimo"/>
                <a:cs typeface="Arimo"/>
                <a:sym typeface="Arimo"/>
                <a:hlinkClick r:id="rId4">
                  <a:extLst>
                    <a:ext uri="{A12FA001-AC4F-418D-AE19-62706E023703}">
                      <ahyp:hlinkClr val="tx"/>
                    </a:ext>
                  </a:extLst>
                </a:hlinkClick>
              </a:rPr>
              <a:t>Slidesgo</a:t>
            </a:r>
            <a:r>
              <a:rPr lang="en" sz="1000">
                <a:solidFill>
                  <a:schemeClr val="dk1"/>
                </a:solidFill>
                <a:latin typeface="Arimo"/>
                <a:ea typeface="Arimo"/>
                <a:cs typeface="Arimo"/>
                <a:sym typeface="Arimo"/>
              </a:rPr>
              <a:t>, and includes icons by </a:t>
            </a:r>
            <a:r>
              <a:rPr b="1" lang="en" sz="1000" u="sng">
                <a:solidFill>
                  <a:schemeClr val="dk1"/>
                </a:solidFill>
                <a:latin typeface="Arimo"/>
                <a:ea typeface="Arimo"/>
                <a:cs typeface="Arimo"/>
                <a:sym typeface="Arimo"/>
                <a:hlinkClick r:id="rId5">
                  <a:extLst>
                    <a:ext uri="{A12FA001-AC4F-418D-AE19-62706E023703}">
                      <ahyp:hlinkClr val="tx"/>
                    </a:ext>
                  </a:extLst>
                </a:hlinkClick>
              </a:rPr>
              <a:t>Flaticon</a:t>
            </a:r>
            <a:r>
              <a:rPr lang="en" sz="1000">
                <a:solidFill>
                  <a:schemeClr val="dk1"/>
                </a:solidFill>
                <a:latin typeface="Arimo"/>
                <a:ea typeface="Arimo"/>
                <a:cs typeface="Arimo"/>
                <a:sym typeface="Arimo"/>
              </a:rPr>
              <a:t>, and infographics &amp; images by </a:t>
            </a:r>
            <a:r>
              <a:rPr b="1" lang="en" sz="1000" u="sng">
                <a:solidFill>
                  <a:schemeClr val="dk1"/>
                </a:solidFill>
                <a:latin typeface="Arimo"/>
                <a:ea typeface="Arimo"/>
                <a:cs typeface="Arimo"/>
                <a:sym typeface="Arimo"/>
                <a:hlinkClick r:id="rId6">
                  <a:extLst>
                    <a:ext uri="{A12FA001-AC4F-418D-AE19-62706E023703}">
                      <ahyp:hlinkClr val="tx"/>
                    </a:ext>
                  </a:extLst>
                </a:hlinkClick>
              </a:rPr>
              <a:t>Freepik</a:t>
            </a:r>
            <a:r>
              <a:rPr lang="en" sz="1000" u="sng">
                <a:solidFill>
                  <a:schemeClr val="dk1"/>
                </a:solidFill>
                <a:latin typeface="Arimo"/>
                <a:ea typeface="Arimo"/>
                <a:cs typeface="Arimo"/>
                <a:sym typeface="Arimo"/>
              </a:rPr>
              <a:t> </a:t>
            </a:r>
            <a:endParaRPr b="1" sz="1000" u="sng">
              <a:solidFill>
                <a:schemeClr val="dk1"/>
              </a:solidFill>
              <a:latin typeface="Arimo"/>
              <a:ea typeface="Arimo"/>
              <a:cs typeface="Arimo"/>
              <a:sym typeface="Arimo"/>
            </a:endParaRPr>
          </a:p>
        </p:txBody>
      </p:sp>
      <p:cxnSp>
        <p:nvCxnSpPr>
          <p:cNvPr id="182" name="Google Shape;182;p21"/>
          <p:cNvCxnSpPr/>
          <p:nvPr/>
        </p:nvCxnSpPr>
        <p:spPr>
          <a:xfrm>
            <a:off x="713225" y="983375"/>
            <a:ext cx="0" cy="1262700"/>
          </a:xfrm>
          <a:prstGeom prst="straightConnector1">
            <a:avLst/>
          </a:prstGeom>
          <a:noFill/>
          <a:ln cap="flat" cmpd="sng" w="19050">
            <a:solidFill>
              <a:schemeClr val="dk1"/>
            </a:solidFill>
            <a:prstDash val="solid"/>
            <a:round/>
            <a:headEnd len="med" w="med" type="none"/>
            <a:tailEnd len="med" w="med" type="none"/>
          </a:ln>
        </p:spPr>
      </p:cxnSp>
      <p:sp>
        <p:nvSpPr>
          <p:cNvPr id="183" name="Google Shape;183;p21"/>
          <p:cNvSpPr txBox="1"/>
          <p:nvPr>
            <p:ph type="title"/>
          </p:nvPr>
        </p:nvSpPr>
        <p:spPr>
          <a:xfrm>
            <a:off x="2216700" y="770925"/>
            <a:ext cx="4710600" cy="981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100"/>
              <a:buNone/>
              <a:defRPr sz="58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
        <p:nvSpPr>
          <p:cNvPr id="184" name="Google Shape;184;p21"/>
          <p:cNvSpPr txBox="1"/>
          <p:nvPr>
            <p:ph idx="1" type="subTitle"/>
          </p:nvPr>
        </p:nvSpPr>
        <p:spPr>
          <a:xfrm>
            <a:off x="3079650" y="1634888"/>
            <a:ext cx="2984700" cy="1061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600"/>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85" name="Shape 185"/>
        <p:cNvGrpSpPr/>
        <p:nvPr/>
      </p:nvGrpSpPr>
      <p:grpSpPr>
        <a:xfrm>
          <a:off x="0" y="0"/>
          <a:ext cx="0" cy="0"/>
          <a:chOff x="0" y="0"/>
          <a:chExt cx="0" cy="0"/>
        </a:xfrm>
      </p:grpSpPr>
      <p:sp>
        <p:nvSpPr>
          <p:cNvPr id="186" name="Google Shape;186;p22"/>
          <p:cNvSpPr/>
          <p:nvPr/>
        </p:nvSpPr>
        <p:spPr>
          <a:xfrm flipH="1" rot="10800000">
            <a:off x="2216150" y="-102000"/>
            <a:ext cx="6769200" cy="1016400"/>
          </a:xfrm>
          <a:prstGeom prst="rect">
            <a:avLst/>
          </a:pr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2"/>
          <p:cNvSpPr/>
          <p:nvPr/>
        </p:nvSpPr>
        <p:spPr>
          <a:xfrm>
            <a:off x="0" y="4205925"/>
            <a:ext cx="5648100" cy="1016400"/>
          </a:xfrm>
          <a:prstGeom prst="rect">
            <a:avLst/>
          </a:pr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8" name="Google Shape;188;p22"/>
          <p:cNvPicPr preferRelativeResize="0"/>
          <p:nvPr/>
        </p:nvPicPr>
        <p:blipFill rotWithShape="1">
          <a:blip r:embed="rId2">
            <a:alphaModFix/>
          </a:blip>
          <a:srcRect b="15315" l="45323" r="44059" t="17777"/>
          <a:stretch/>
        </p:blipFill>
        <p:spPr>
          <a:xfrm>
            <a:off x="342400" y="339225"/>
            <a:ext cx="659549" cy="651526"/>
          </a:xfrm>
          <a:prstGeom prst="rect">
            <a:avLst/>
          </a:prstGeom>
          <a:noFill/>
          <a:ln>
            <a:noFill/>
          </a:ln>
        </p:spPr>
      </p:pic>
      <p:pic>
        <p:nvPicPr>
          <p:cNvPr id="189" name="Google Shape;189;p22"/>
          <p:cNvPicPr preferRelativeResize="0"/>
          <p:nvPr/>
        </p:nvPicPr>
        <p:blipFill rotWithShape="1">
          <a:blip r:embed="rId2">
            <a:alphaModFix/>
          </a:blip>
          <a:srcRect b="15315" l="45323" r="44059" t="17777"/>
          <a:stretch/>
        </p:blipFill>
        <p:spPr>
          <a:xfrm flipH="1" rot="10800000">
            <a:off x="342400" y="1901800"/>
            <a:ext cx="659549" cy="2886500"/>
          </a:xfrm>
          <a:prstGeom prst="rect">
            <a:avLst/>
          </a:prstGeom>
          <a:noFill/>
          <a:ln>
            <a:noFill/>
          </a:ln>
        </p:spPr>
      </p:pic>
      <p:pic>
        <p:nvPicPr>
          <p:cNvPr id="190" name="Google Shape;190;p22"/>
          <p:cNvPicPr preferRelativeResize="0"/>
          <p:nvPr/>
        </p:nvPicPr>
        <p:blipFill rotWithShape="1">
          <a:blip r:embed="rId2">
            <a:alphaModFix/>
          </a:blip>
          <a:srcRect b="15315" l="45323" r="44059" t="17777"/>
          <a:stretch/>
        </p:blipFill>
        <p:spPr>
          <a:xfrm flipH="1" rot="10800000">
            <a:off x="8328275" y="339226"/>
            <a:ext cx="659549" cy="1377899"/>
          </a:xfrm>
          <a:prstGeom prst="rect">
            <a:avLst/>
          </a:prstGeom>
          <a:noFill/>
          <a:ln>
            <a:noFill/>
          </a:ln>
        </p:spPr>
      </p:pic>
      <p:cxnSp>
        <p:nvCxnSpPr>
          <p:cNvPr id="191" name="Google Shape;191;p22"/>
          <p:cNvCxnSpPr/>
          <p:nvPr/>
        </p:nvCxnSpPr>
        <p:spPr>
          <a:xfrm>
            <a:off x="672175" y="693675"/>
            <a:ext cx="0" cy="2700000"/>
          </a:xfrm>
          <a:prstGeom prst="straightConnector1">
            <a:avLst/>
          </a:prstGeom>
          <a:noFill/>
          <a:ln cap="flat" cmpd="sng" w="19050">
            <a:solidFill>
              <a:schemeClr val="dk1"/>
            </a:solidFill>
            <a:prstDash val="solid"/>
            <a:round/>
            <a:headEnd len="med" w="med" type="none"/>
            <a:tailEnd len="med" w="med" type="none"/>
          </a:ln>
        </p:spPr>
      </p:cxnSp>
      <p:cxnSp>
        <p:nvCxnSpPr>
          <p:cNvPr id="192" name="Google Shape;192;p22"/>
          <p:cNvCxnSpPr/>
          <p:nvPr/>
        </p:nvCxnSpPr>
        <p:spPr>
          <a:xfrm>
            <a:off x="8658050" y="696600"/>
            <a:ext cx="0" cy="1699800"/>
          </a:xfrm>
          <a:prstGeom prst="straightConnector1">
            <a:avLst/>
          </a:prstGeom>
          <a:noFill/>
          <a:ln cap="flat" cmpd="sng" w="19050">
            <a:solidFill>
              <a:schemeClr val="dk1"/>
            </a:solidFill>
            <a:prstDash val="solid"/>
            <a:round/>
            <a:headEnd len="med" w="med" type="none"/>
            <a:tailEnd len="med" w="med" type="none"/>
          </a:ln>
        </p:spPr>
      </p:cxnSp>
      <p:cxnSp>
        <p:nvCxnSpPr>
          <p:cNvPr id="193" name="Google Shape;193;p22"/>
          <p:cNvCxnSpPr/>
          <p:nvPr/>
        </p:nvCxnSpPr>
        <p:spPr>
          <a:xfrm rot="10800000">
            <a:off x="3949375" y="4714125"/>
            <a:ext cx="39564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94" name="Shape 194"/>
        <p:cNvGrpSpPr/>
        <p:nvPr/>
      </p:nvGrpSpPr>
      <p:grpSpPr>
        <a:xfrm>
          <a:off x="0" y="0"/>
          <a:ext cx="0" cy="0"/>
          <a:chOff x="0" y="0"/>
          <a:chExt cx="0" cy="0"/>
        </a:xfrm>
      </p:grpSpPr>
      <p:sp>
        <p:nvSpPr>
          <p:cNvPr id="195" name="Google Shape;195;p23"/>
          <p:cNvSpPr/>
          <p:nvPr/>
        </p:nvSpPr>
        <p:spPr>
          <a:xfrm flipH="1" rot="10800000">
            <a:off x="-2053375" y="-102000"/>
            <a:ext cx="6769200" cy="1016400"/>
          </a:xfrm>
          <a:prstGeom prst="rect">
            <a:avLst/>
          </a:pr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6" name="Google Shape;196;p23"/>
          <p:cNvPicPr preferRelativeResize="0"/>
          <p:nvPr/>
        </p:nvPicPr>
        <p:blipFill rotWithShape="1">
          <a:blip r:embed="rId2">
            <a:alphaModFix/>
          </a:blip>
          <a:srcRect b="15315" l="45323" r="44059" t="17777"/>
          <a:stretch/>
        </p:blipFill>
        <p:spPr>
          <a:xfrm>
            <a:off x="383450" y="345150"/>
            <a:ext cx="659549" cy="1192901"/>
          </a:xfrm>
          <a:prstGeom prst="rect">
            <a:avLst/>
          </a:prstGeom>
          <a:noFill/>
          <a:ln>
            <a:noFill/>
          </a:ln>
        </p:spPr>
      </p:pic>
      <p:pic>
        <p:nvPicPr>
          <p:cNvPr id="197" name="Google Shape;197;p23"/>
          <p:cNvPicPr preferRelativeResize="0"/>
          <p:nvPr/>
        </p:nvPicPr>
        <p:blipFill rotWithShape="1">
          <a:blip r:embed="rId2">
            <a:alphaModFix/>
          </a:blip>
          <a:srcRect b="15315" l="45323" r="44059" t="17777"/>
          <a:stretch/>
        </p:blipFill>
        <p:spPr>
          <a:xfrm flipH="1" rot="10800000">
            <a:off x="8101000" y="683349"/>
            <a:ext cx="659549" cy="619426"/>
          </a:xfrm>
          <a:prstGeom prst="rect">
            <a:avLst/>
          </a:prstGeom>
          <a:noFill/>
          <a:ln>
            <a:noFill/>
          </a:ln>
        </p:spPr>
      </p:pic>
      <p:sp>
        <p:nvSpPr>
          <p:cNvPr id="198" name="Google Shape;198;p23"/>
          <p:cNvSpPr/>
          <p:nvPr/>
        </p:nvSpPr>
        <p:spPr>
          <a:xfrm>
            <a:off x="4199200" y="4282125"/>
            <a:ext cx="5648100" cy="1016400"/>
          </a:xfrm>
          <a:prstGeom prst="rect">
            <a:avLst/>
          </a:pr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9" name="Google Shape;199;p23"/>
          <p:cNvPicPr preferRelativeResize="0"/>
          <p:nvPr/>
        </p:nvPicPr>
        <p:blipFill rotWithShape="1">
          <a:blip r:embed="rId2">
            <a:alphaModFix/>
          </a:blip>
          <a:srcRect b="15315" l="45323" r="44059" t="17777"/>
          <a:stretch/>
        </p:blipFill>
        <p:spPr>
          <a:xfrm flipH="1" rot="10800000">
            <a:off x="8101000" y="2002225"/>
            <a:ext cx="659549" cy="2886500"/>
          </a:xfrm>
          <a:prstGeom prst="rect">
            <a:avLst/>
          </a:prstGeom>
          <a:noFill/>
          <a:ln>
            <a:noFill/>
          </a:ln>
        </p:spPr>
      </p:pic>
      <p:cxnSp>
        <p:nvCxnSpPr>
          <p:cNvPr id="200" name="Google Shape;200;p23"/>
          <p:cNvCxnSpPr/>
          <p:nvPr/>
        </p:nvCxnSpPr>
        <p:spPr>
          <a:xfrm>
            <a:off x="8430775" y="967600"/>
            <a:ext cx="0" cy="1645500"/>
          </a:xfrm>
          <a:prstGeom prst="straightConnector1">
            <a:avLst/>
          </a:prstGeom>
          <a:noFill/>
          <a:ln cap="flat" cmpd="sng" w="19050">
            <a:solidFill>
              <a:schemeClr val="dk1"/>
            </a:solidFill>
            <a:prstDash val="solid"/>
            <a:round/>
            <a:headEnd len="med" w="med" type="none"/>
            <a:tailEnd len="med" w="med" type="none"/>
          </a:ln>
        </p:spPr>
      </p:cxnSp>
      <p:cxnSp>
        <p:nvCxnSpPr>
          <p:cNvPr id="201" name="Google Shape;201;p23"/>
          <p:cNvCxnSpPr/>
          <p:nvPr/>
        </p:nvCxnSpPr>
        <p:spPr>
          <a:xfrm>
            <a:off x="713225" y="914400"/>
            <a:ext cx="0" cy="3472500"/>
          </a:xfrm>
          <a:prstGeom prst="straightConnector1">
            <a:avLst/>
          </a:prstGeom>
          <a:noFill/>
          <a:ln cap="flat" cmpd="sng" w="19050">
            <a:solidFill>
              <a:schemeClr val="dk1"/>
            </a:solidFill>
            <a:prstDash val="solid"/>
            <a:round/>
            <a:headEnd len="med" w="med" type="none"/>
            <a:tailEnd len="med" w="med" type="none"/>
          </a:ln>
        </p:spPr>
      </p:cxnSp>
      <p:cxnSp>
        <p:nvCxnSpPr>
          <p:cNvPr id="202" name="Google Shape;202;p23"/>
          <p:cNvCxnSpPr/>
          <p:nvPr/>
        </p:nvCxnSpPr>
        <p:spPr>
          <a:xfrm rot="10800000">
            <a:off x="3658300" y="358900"/>
            <a:ext cx="18084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6" name="Shape 206"/>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07" name="Shape 207"/>
        <p:cNvGrpSpPr/>
        <p:nvPr/>
      </p:nvGrpSpPr>
      <p:grpSpPr>
        <a:xfrm>
          <a:off x="0" y="0"/>
          <a:ext cx="0" cy="0"/>
          <a:chOff x="0" y="0"/>
          <a:chExt cx="0" cy="0"/>
        </a:xfrm>
      </p:grpSpPr>
      <p:sp>
        <p:nvSpPr>
          <p:cNvPr id="208" name="Google Shape;208;p2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2375" y="445025"/>
            <a:ext cx="7719300" cy="572700"/>
          </a:xfrm>
          <a:prstGeom prst="rect">
            <a:avLst/>
          </a:prstGeom>
          <a:noFill/>
          <a:ln>
            <a:noFill/>
          </a:ln>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3100"/>
              <a:buFont typeface="Lexend Exa"/>
              <a:buNone/>
              <a:defRPr b="1" sz="3100">
                <a:solidFill>
                  <a:schemeClr val="dk1"/>
                </a:solidFill>
                <a:latin typeface="Lexend Exa"/>
                <a:ea typeface="Lexend Exa"/>
                <a:cs typeface="Lexend Exa"/>
                <a:sym typeface="Lexend Exa"/>
              </a:defRPr>
            </a:lvl1pPr>
            <a:lvl2pPr lvl="1">
              <a:lnSpc>
                <a:spcPct val="100000"/>
              </a:lnSpc>
              <a:spcBef>
                <a:spcPts val="0"/>
              </a:spcBef>
              <a:spcAft>
                <a:spcPts val="0"/>
              </a:spcAft>
              <a:buClr>
                <a:schemeClr val="dk1"/>
              </a:buClr>
              <a:buSzPts val="3100"/>
              <a:buFont typeface="Lexend Exa"/>
              <a:buNone/>
              <a:defRPr b="1" sz="3100">
                <a:solidFill>
                  <a:schemeClr val="dk1"/>
                </a:solidFill>
                <a:latin typeface="Lexend Exa"/>
                <a:ea typeface="Lexend Exa"/>
                <a:cs typeface="Lexend Exa"/>
                <a:sym typeface="Lexend Exa"/>
              </a:defRPr>
            </a:lvl2pPr>
            <a:lvl3pPr lvl="2">
              <a:lnSpc>
                <a:spcPct val="100000"/>
              </a:lnSpc>
              <a:spcBef>
                <a:spcPts val="0"/>
              </a:spcBef>
              <a:spcAft>
                <a:spcPts val="0"/>
              </a:spcAft>
              <a:buClr>
                <a:schemeClr val="dk1"/>
              </a:buClr>
              <a:buSzPts val="3100"/>
              <a:buFont typeface="Lexend Exa"/>
              <a:buNone/>
              <a:defRPr b="1" sz="3100">
                <a:solidFill>
                  <a:schemeClr val="dk1"/>
                </a:solidFill>
                <a:latin typeface="Lexend Exa"/>
                <a:ea typeface="Lexend Exa"/>
                <a:cs typeface="Lexend Exa"/>
                <a:sym typeface="Lexend Exa"/>
              </a:defRPr>
            </a:lvl3pPr>
            <a:lvl4pPr lvl="3">
              <a:lnSpc>
                <a:spcPct val="100000"/>
              </a:lnSpc>
              <a:spcBef>
                <a:spcPts val="0"/>
              </a:spcBef>
              <a:spcAft>
                <a:spcPts val="0"/>
              </a:spcAft>
              <a:buClr>
                <a:schemeClr val="dk1"/>
              </a:buClr>
              <a:buSzPts val="3100"/>
              <a:buFont typeface="Lexend Exa"/>
              <a:buNone/>
              <a:defRPr b="1" sz="3100">
                <a:solidFill>
                  <a:schemeClr val="dk1"/>
                </a:solidFill>
                <a:latin typeface="Lexend Exa"/>
                <a:ea typeface="Lexend Exa"/>
                <a:cs typeface="Lexend Exa"/>
                <a:sym typeface="Lexend Exa"/>
              </a:defRPr>
            </a:lvl4pPr>
            <a:lvl5pPr lvl="4">
              <a:lnSpc>
                <a:spcPct val="100000"/>
              </a:lnSpc>
              <a:spcBef>
                <a:spcPts val="0"/>
              </a:spcBef>
              <a:spcAft>
                <a:spcPts val="0"/>
              </a:spcAft>
              <a:buClr>
                <a:schemeClr val="dk1"/>
              </a:buClr>
              <a:buSzPts val="3100"/>
              <a:buFont typeface="Lexend Exa"/>
              <a:buNone/>
              <a:defRPr b="1" sz="3100">
                <a:solidFill>
                  <a:schemeClr val="dk1"/>
                </a:solidFill>
                <a:latin typeface="Lexend Exa"/>
                <a:ea typeface="Lexend Exa"/>
                <a:cs typeface="Lexend Exa"/>
                <a:sym typeface="Lexend Exa"/>
              </a:defRPr>
            </a:lvl5pPr>
            <a:lvl6pPr lvl="5">
              <a:lnSpc>
                <a:spcPct val="100000"/>
              </a:lnSpc>
              <a:spcBef>
                <a:spcPts val="0"/>
              </a:spcBef>
              <a:spcAft>
                <a:spcPts val="0"/>
              </a:spcAft>
              <a:buClr>
                <a:schemeClr val="dk1"/>
              </a:buClr>
              <a:buSzPts val="3100"/>
              <a:buFont typeface="Lexend Exa"/>
              <a:buNone/>
              <a:defRPr b="1" sz="3100">
                <a:solidFill>
                  <a:schemeClr val="dk1"/>
                </a:solidFill>
                <a:latin typeface="Lexend Exa"/>
                <a:ea typeface="Lexend Exa"/>
                <a:cs typeface="Lexend Exa"/>
                <a:sym typeface="Lexend Exa"/>
              </a:defRPr>
            </a:lvl6pPr>
            <a:lvl7pPr lvl="6">
              <a:lnSpc>
                <a:spcPct val="100000"/>
              </a:lnSpc>
              <a:spcBef>
                <a:spcPts val="0"/>
              </a:spcBef>
              <a:spcAft>
                <a:spcPts val="0"/>
              </a:spcAft>
              <a:buClr>
                <a:schemeClr val="dk1"/>
              </a:buClr>
              <a:buSzPts val="3100"/>
              <a:buFont typeface="Lexend Exa"/>
              <a:buNone/>
              <a:defRPr b="1" sz="3100">
                <a:solidFill>
                  <a:schemeClr val="dk1"/>
                </a:solidFill>
                <a:latin typeface="Lexend Exa"/>
                <a:ea typeface="Lexend Exa"/>
                <a:cs typeface="Lexend Exa"/>
                <a:sym typeface="Lexend Exa"/>
              </a:defRPr>
            </a:lvl7pPr>
            <a:lvl8pPr lvl="7">
              <a:lnSpc>
                <a:spcPct val="100000"/>
              </a:lnSpc>
              <a:spcBef>
                <a:spcPts val="0"/>
              </a:spcBef>
              <a:spcAft>
                <a:spcPts val="0"/>
              </a:spcAft>
              <a:buClr>
                <a:schemeClr val="dk1"/>
              </a:buClr>
              <a:buSzPts val="3100"/>
              <a:buFont typeface="Lexend Exa"/>
              <a:buNone/>
              <a:defRPr b="1" sz="3100">
                <a:solidFill>
                  <a:schemeClr val="dk1"/>
                </a:solidFill>
                <a:latin typeface="Lexend Exa"/>
                <a:ea typeface="Lexend Exa"/>
                <a:cs typeface="Lexend Exa"/>
                <a:sym typeface="Lexend Exa"/>
              </a:defRPr>
            </a:lvl8pPr>
            <a:lvl9pPr lvl="8">
              <a:lnSpc>
                <a:spcPct val="100000"/>
              </a:lnSpc>
              <a:spcBef>
                <a:spcPts val="0"/>
              </a:spcBef>
              <a:spcAft>
                <a:spcPts val="0"/>
              </a:spcAft>
              <a:buClr>
                <a:schemeClr val="dk1"/>
              </a:buClr>
              <a:buSzPts val="3100"/>
              <a:buFont typeface="Lexend Exa"/>
              <a:buNone/>
              <a:defRPr b="1" sz="3100">
                <a:solidFill>
                  <a:schemeClr val="dk1"/>
                </a:solidFill>
                <a:latin typeface="Lexend Exa"/>
                <a:ea typeface="Lexend Exa"/>
                <a:cs typeface="Lexend Exa"/>
                <a:sym typeface="Lexend Exa"/>
              </a:defRPr>
            </a:lvl9pPr>
          </a:lstStyle>
          <a:p/>
        </p:txBody>
      </p:sp>
      <p:sp>
        <p:nvSpPr>
          <p:cNvPr id="7" name="Google Shape;7;p1"/>
          <p:cNvSpPr txBox="1"/>
          <p:nvPr>
            <p:ph idx="1" type="body"/>
          </p:nvPr>
        </p:nvSpPr>
        <p:spPr>
          <a:xfrm>
            <a:off x="712375" y="1152475"/>
            <a:ext cx="77193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1pPr>
            <a:lvl2pPr indent="-304800" lvl="1" marL="9144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2pPr>
            <a:lvl3pPr indent="-304800" lvl="2" marL="13716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3pPr>
            <a:lvl4pPr indent="-304800" lvl="3" marL="1828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4pPr>
            <a:lvl5pPr indent="-304800" lvl="4" marL="22860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5pPr>
            <a:lvl6pPr indent="-304800" lvl="5" marL="27432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6pPr>
            <a:lvl7pPr indent="-304800" lvl="6" marL="32004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7pPr>
            <a:lvl8pPr indent="-304800" lvl="7" marL="36576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8pPr>
            <a:lvl9pPr indent="-304800" lvl="8" marL="411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03" name="Shape 203"/>
        <p:cNvGrpSpPr/>
        <p:nvPr/>
      </p:nvGrpSpPr>
      <p:grpSpPr>
        <a:xfrm>
          <a:off x="0" y="0"/>
          <a:ext cx="0" cy="0"/>
          <a:chOff x="0" y="0"/>
          <a:chExt cx="0" cy="0"/>
        </a:xfrm>
      </p:grpSpPr>
      <p:sp>
        <p:nvSpPr>
          <p:cNvPr id="204" name="Google Shape;204;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05" name="Google Shape;205;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1.png"/></Relationships>
</file>

<file path=ppt/slides/_rels/slide2.xml.rels><?xml version="1.0" encoding="UTF-8" standalone="yes"?><Relationships xmlns="http://schemas.openxmlformats.org/package/2006/relationships"><Relationship Id="rId20" Type="http://schemas.openxmlformats.org/officeDocument/2006/relationships/hyperlink" Target="https://www.flaticon.com/?utm_source=slidesgo_template&amp;utm_medium=referral-link&amp;utm_campaign=promo-slide&amp;utm_term=slidesgo&amp;utm_content=flaticon" TargetMode="External"/><Relationship Id="rId22"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storyset.com/?utm_source=slidesgo_template&amp;utm_medium=referral-link&amp;utm_campaign=promo-slide&amp;utm_term=slidesgo&amp;utm_content=storyset" TargetMode="External"/><Relationship Id="rId24" Type="http://schemas.openxmlformats.org/officeDocument/2006/relationships/hyperlink" Target="https://www.videvo.net/?utm_source=slidesgo_template&amp;utm_medium=referral-link&amp;utm_campaign=sg_resources&amp;utm_content=videvo" TargetMode="External"/><Relationship Id="rId23"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image" Target="../media/image1.png"/><Relationship Id="rId4" Type="http://schemas.openxmlformats.org/officeDocument/2006/relationships/image" Target="../media/image2.png"/><Relationship Id="rId9" Type="http://schemas.openxmlformats.org/officeDocument/2006/relationships/slide" Target="/ppt/slides/slide20.xml"/><Relationship Id="rId25" Type="http://schemas.openxmlformats.org/officeDocument/2006/relationships/hyperlink" Target="https://www.videvo.net/?utm_source=slidesgo_template&amp;utm_medium=referral-link&amp;utm_campaign=sg_resources&amp;utm_content=videvo" TargetMode="External"/><Relationship Id="rId5" Type="http://schemas.openxmlformats.org/officeDocument/2006/relationships/slide" Target="/ppt/slides/slide25.xml"/><Relationship Id="rId6" Type="http://schemas.openxmlformats.org/officeDocument/2006/relationships/slide" Target="/ppt/slides/slide22.xml"/><Relationship Id="rId7" Type="http://schemas.openxmlformats.org/officeDocument/2006/relationships/slide" Target="/ppt/slides/slide22.xml"/><Relationship Id="rId8" Type="http://schemas.openxmlformats.org/officeDocument/2006/relationships/slide" Target="/ppt/slides/slide21.xml"/><Relationship Id="rId11" Type="http://schemas.openxmlformats.org/officeDocument/2006/relationships/slide" Target="/ppt/slides/slide27.xml"/><Relationship Id="rId10" Type="http://schemas.openxmlformats.org/officeDocument/2006/relationships/slide" Target="/ppt/slides/slide25.xml"/><Relationship Id="rId13" Type="http://schemas.openxmlformats.org/officeDocument/2006/relationships/slide" Target="/ppt/slides/slide33.xml"/><Relationship Id="rId12" Type="http://schemas.openxmlformats.org/officeDocument/2006/relationships/slide" Target="/ppt/slides/slide27.xml"/><Relationship Id="rId15" Type="http://schemas.openxmlformats.org/officeDocument/2006/relationships/hyperlink" Target="https://bit.ly/3A1uf1Q" TargetMode="External"/><Relationship Id="rId14"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7" Type="http://schemas.openxmlformats.org/officeDocument/2006/relationships/hyperlink" Target="http://bit.ly/30B07Gq" TargetMode="External"/><Relationship Id="rId16" Type="http://schemas.openxmlformats.org/officeDocument/2006/relationships/hyperlink" Target="https://bit.ly/3A1uf1Q" TargetMode="External"/><Relationship Id="rId19" Type="http://schemas.openxmlformats.org/officeDocument/2006/relationships/hyperlink" Target="https://www.freepik.com/?utm_source=slidesgo_template&amp;utm_medium=referral-link&amp;utm_campaign=promo-slide&amp;utm_term=slidesgo&amp;utm_content=freepik" TargetMode="External"/><Relationship Id="rId18" Type="http://schemas.openxmlformats.org/officeDocument/2006/relationships/hyperlink" Target="http://bit.ly/33VAFh3"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1.png"/><Relationship Id="rId4" Type="http://schemas.openxmlformats.org/officeDocument/2006/relationships/image" Target="../media/image14.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 Id="rId3" Type="http://schemas.openxmlformats.org/officeDocument/2006/relationships/hyperlink" Target="https://docs.google.com/spreadsheets/d/1y-Zg-xmqY4DwGbSPOsdyHMuFA2MRCgMA270HZlh6XvI/copy" TargetMode="External"/><Relationship Id="rId4" Type="http://schemas.openxmlformats.org/officeDocument/2006/relationships/image" Target="../media/image8.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image" Target="../media/image1.png"/><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 Id="rId3" Type="http://schemas.openxmlformats.org/officeDocument/2006/relationships/image" Target="../media/image16.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image" Target="../media/image1.png"/><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hyperlink" Target="https://docs.google.com/spreadsheets/d/1y-Zg-xmqY4DwGbSPOsdyHMuFA2MRCgMA270HZlh6XvI/copy" TargetMode="External"/><Relationship Id="rId4" Type="http://schemas.openxmlformats.org/officeDocument/2006/relationships/image" Target="../media/image6.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image" Target="../media/image1.png"/><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 Id="rId3" Type="http://schemas.openxmlformats.org/officeDocument/2006/relationships/image" Target="../media/image13.png"/><Relationship Id="rId4" Type="http://schemas.openxmlformats.org/officeDocument/2006/relationships/image" Target="../media/image17.png"/><Relationship Id="rId5" Type="http://schemas.openxmlformats.org/officeDocument/2006/relationships/image" Target="../media/image12.png"/><Relationship Id="rId6" Type="http://schemas.openxmlformats.org/officeDocument/2006/relationships/image" Target="../media/image15.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psd/gradient-dance-lessons-instagram-posts_40285335.htm/?utm_source=slidesgo_template&amp;utm_medium=referral-link&amp;utm_campaign=sg_resources&amp;utm_content=freepik" TargetMode="External"/><Relationship Id="rId4" Type="http://schemas.openxmlformats.org/officeDocument/2006/relationships/hyperlink" Target="https://www.freepik.com/free-photo/lifestyle-people-office_20256420.htm/?utm_source=slidesgo_template&amp;utm_medium=referral-link&amp;utm_campaign=sg_resources&amp;utm_content=freepik" TargetMode="External"/><Relationship Id="rId5" Type="http://schemas.openxmlformats.org/officeDocument/2006/relationships/hyperlink" Target="https://www.freepik.com/free-photo/people-practicing-social-integration-workspace_26324657.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Lexend+Exa" TargetMode="External"/><Relationship Id="rId4" Type="http://schemas.openxmlformats.org/officeDocument/2006/relationships/hyperlink" Target="https://fonts.google.com/specimen/Arimo"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4.png"/><Relationship Id="rId17" Type="http://schemas.openxmlformats.org/officeDocument/2006/relationships/image" Target="../media/image7.png"/><Relationship Id="rId16" Type="http://schemas.openxmlformats.org/officeDocument/2006/relationships/image" Target="../media/image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sp>
        <p:nvSpPr>
          <p:cNvPr id="213" name="Google Shape;213;p27"/>
          <p:cNvSpPr txBox="1"/>
          <p:nvPr>
            <p:ph type="ctrTitle"/>
          </p:nvPr>
        </p:nvSpPr>
        <p:spPr>
          <a:xfrm>
            <a:off x="820350" y="1463300"/>
            <a:ext cx="7503300" cy="172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MODERN CREATIVE ORANGE BUSINESS</a:t>
            </a:r>
            <a:endParaRPr/>
          </a:p>
        </p:txBody>
      </p:sp>
      <p:sp>
        <p:nvSpPr>
          <p:cNvPr id="214" name="Google Shape;214;p27"/>
          <p:cNvSpPr txBox="1"/>
          <p:nvPr>
            <p:ph idx="1" type="subTitle"/>
          </p:nvPr>
        </p:nvSpPr>
        <p:spPr>
          <a:xfrm>
            <a:off x="820350" y="3229300"/>
            <a:ext cx="7503300" cy="45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302F2F"/>
              </a:buClr>
              <a:buSzPts val="1100"/>
              <a:buFont typeface="Arial"/>
              <a:buNone/>
            </a:pPr>
            <a:r>
              <a:rPr lang="en"/>
              <a:t>Here is where your presentation begins</a:t>
            </a:r>
            <a:endParaRPr/>
          </a:p>
        </p:txBody>
      </p:sp>
      <p:pic>
        <p:nvPicPr>
          <p:cNvPr id="215" name="Google Shape;215;p27"/>
          <p:cNvPicPr preferRelativeResize="0"/>
          <p:nvPr/>
        </p:nvPicPr>
        <p:blipFill rotWithShape="1">
          <a:blip r:embed="rId3">
            <a:alphaModFix/>
          </a:blip>
          <a:srcRect b="73600" l="-75400" r="75400" t="-73600"/>
          <a:stretch/>
        </p:blipFill>
        <p:spPr>
          <a:xfrm>
            <a:off x="0" y="0"/>
            <a:ext cx="9144000" cy="514350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 name="Shape 219"/>
        <p:cNvGrpSpPr/>
        <p:nvPr/>
      </p:nvGrpSpPr>
      <p:grpSpPr>
        <a:xfrm>
          <a:off x="0" y="0"/>
          <a:ext cx="0" cy="0"/>
          <a:chOff x="0" y="0"/>
          <a:chExt cx="0" cy="0"/>
        </a:xfrm>
      </p:grpSpPr>
      <p:pic>
        <p:nvPicPr>
          <p:cNvPr id="220" name="Google Shape;220;p28"/>
          <p:cNvPicPr preferRelativeResize="0"/>
          <p:nvPr/>
        </p:nvPicPr>
        <p:blipFill rotWithShape="1">
          <a:blip r:embed="rId3">
            <a:alphaModFix/>
          </a:blip>
          <a:srcRect b="52666" l="17154" r="15786" t="27799"/>
          <a:stretch/>
        </p:blipFill>
        <p:spPr>
          <a:xfrm>
            <a:off x="7404575" y="1263700"/>
            <a:ext cx="4668250" cy="831700"/>
          </a:xfrm>
          <a:prstGeom prst="rect">
            <a:avLst/>
          </a:prstGeom>
          <a:noFill/>
          <a:ln>
            <a:noFill/>
          </a:ln>
        </p:spPr>
      </p:pic>
      <p:pic>
        <p:nvPicPr>
          <p:cNvPr id="221" name="Google Shape;221;p28"/>
          <p:cNvPicPr preferRelativeResize="0"/>
          <p:nvPr/>
        </p:nvPicPr>
        <p:blipFill rotWithShape="1">
          <a:blip r:embed="rId4">
            <a:alphaModFix/>
          </a:blip>
          <a:srcRect b="15315" l="45323" r="44059" t="17777"/>
          <a:stretch/>
        </p:blipFill>
        <p:spPr>
          <a:xfrm>
            <a:off x="8685275" y="0"/>
            <a:ext cx="659549" cy="2487351"/>
          </a:xfrm>
          <a:prstGeom prst="rect">
            <a:avLst/>
          </a:prstGeom>
          <a:noFill/>
          <a:ln>
            <a:noFill/>
          </a:ln>
        </p:spPr>
      </p:pic>
      <p:pic>
        <p:nvPicPr>
          <p:cNvPr id="222" name="Google Shape;222;p28"/>
          <p:cNvPicPr preferRelativeResize="0"/>
          <p:nvPr/>
        </p:nvPicPr>
        <p:blipFill rotWithShape="1">
          <a:blip r:embed="rId3">
            <a:alphaModFix/>
          </a:blip>
          <a:srcRect b="52666" l="17154" r="15786" t="27799"/>
          <a:stretch/>
        </p:blipFill>
        <p:spPr>
          <a:xfrm>
            <a:off x="-47275" y="1788700"/>
            <a:ext cx="1844126" cy="1780399"/>
          </a:xfrm>
          <a:prstGeom prst="rect">
            <a:avLst/>
          </a:prstGeom>
          <a:noFill/>
          <a:ln>
            <a:noFill/>
          </a:ln>
        </p:spPr>
      </p:pic>
      <p:sp>
        <p:nvSpPr>
          <p:cNvPr id="223" name="Google Shape;223;p28"/>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224" name="Google Shape;224;p28"/>
          <p:cNvGraphicFramePr/>
          <p:nvPr/>
        </p:nvGraphicFramePr>
        <p:xfrm>
          <a:off x="557325" y="1561238"/>
          <a:ext cx="3000000" cy="3000000"/>
        </p:xfrm>
        <a:graphic>
          <a:graphicData uri="http://schemas.openxmlformats.org/drawingml/2006/table">
            <a:tbl>
              <a:tblPr>
                <a:noFill/>
                <a:tableStyleId>{9D0281E8-2CB9-4B32-A04F-FD2CD01CB098}</a:tableStyleId>
              </a:tblPr>
              <a:tblGrid>
                <a:gridCol w="3528575"/>
                <a:gridCol w="4500775"/>
              </a:tblGrid>
              <a:tr h="396775">
                <a:tc>
                  <a:txBody>
                    <a:bodyPr/>
                    <a:lstStyle/>
                    <a:p>
                      <a:pPr indent="0" lvl="0" marL="0" rtl="0" algn="l">
                        <a:spcBef>
                          <a:spcPts val="0"/>
                        </a:spcBef>
                        <a:spcAft>
                          <a:spcPts val="0"/>
                        </a:spcAft>
                        <a:buNone/>
                      </a:pPr>
                      <a:r>
                        <a:rPr lang="en" sz="1000" u="sng">
                          <a:solidFill>
                            <a:schemeClr val="dk1"/>
                          </a:solidFill>
                          <a:latin typeface="Lexend Exa Black"/>
                          <a:ea typeface="Lexend Exa Black"/>
                          <a:cs typeface="Lexend Exa Black"/>
                          <a:sym typeface="Lexend Exa Black"/>
                          <a:hlinkClick action="ppaction://hlinksldjump" r:id="rId5">
                            <a:extLst>
                              <a:ext uri="{A12FA001-AC4F-418D-AE19-62706E023703}">
                                <ahyp:hlinkClr val="tx"/>
                              </a:ext>
                            </a:extLst>
                          </a:hlinkClick>
                        </a:rPr>
                        <a:t>FONTS</a:t>
                      </a:r>
                      <a:endParaRPr sz="1000">
                        <a:solidFill>
                          <a:schemeClr val="dk1"/>
                        </a:solidFill>
                        <a:latin typeface="Lexend Exa Black"/>
                        <a:ea typeface="Lexend Exa Black"/>
                        <a:cs typeface="Lexend Exa Black"/>
                        <a:sym typeface="Lexend Exa Black"/>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900">
                          <a:solidFill>
                            <a:schemeClr val="dk1"/>
                          </a:solidFill>
                          <a:latin typeface="Arimo"/>
                          <a:ea typeface="Arimo"/>
                          <a:cs typeface="Arimo"/>
                          <a:sym typeface="Arimo"/>
                        </a:rPr>
                        <a:t>To view this template correctly in PowerPoint, download and install the fonts we used</a:t>
                      </a:r>
                      <a:endParaRPr sz="900">
                        <a:solidFill>
                          <a:schemeClr val="dk1"/>
                        </a:solidFill>
                        <a:latin typeface="Arimo"/>
                        <a:ea typeface="Arimo"/>
                        <a:cs typeface="Arimo"/>
                        <a:sym typeface="Arim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96775">
                <a:tc>
                  <a:txBody>
                    <a:bodyPr/>
                    <a:lstStyle/>
                    <a:p>
                      <a:pPr indent="0" lvl="0" marL="0" rtl="0" algn="l">
                        <a:spcBef>
                          <a:spcPts val="0"/>
                        </a:spcBef>
                        <a:spcAft>
                          <a:spcPts val="0"/>
                        </a:spcAft>
                        <a:buNone/>
                      </a:pPr>
                      <a:r>
                        <a:rPr lang="en" sz="1000" u="sng">
                          <a:solidFill>
                            <a:schemeClr val="dk1"/>
                          </a:solidFill>
                          <a:latin typeface="Lexend Exa Black"/>
                          <a:ea typeface="Lexend Exa Black"/>
                          <a:cs typeface="Lexend Exa Black"/>
                          <a:sym typeface="Lexend Exa Black"/>
                          <a:hlinkClick action="ppaction://hlinksldjump" r:id="rId6">
                            <a:extLst>
                              <a:ext uri="{A12FA001-AC4F-418D-AE19-62706E023703}">
                                <ahyp:hlinkClr val="tx"/>
                              </a:ext>
                            </a:extLst>
                          </a:hlinkClick>
                        </a:rPr>
                        <a:t>USED</a:t>
                      </a:r>
                      <a:r>
                        <a:rPr lang="en" sz="1000">
                          <a:solidFill>
                            <a:schemeClr val="dk1"/>
                          </a:solidFill>
                          <a:uFill>
                            <a:noFill/>
                          </a:uFill>
                          <a:latin typeface="Lexend Exa Black"/>
                          <a:ea typeface="Lexend Exa Black"/>
                          <a:cs typeface="Lexend Exa Black"/>
                          <a:sym typeface="Lexend Exa Black"/>
                          <a:hlinkClick action="ppaction://hlinksldjump" r:id="rId7">
                            <a:extLst>
                              <a:ext uri="{A12FA001-AC4F-418D-AE19-62706E023703}">
                                <ahyp:hlinkClr val="tx"/>
                              </a:ext>
                            </a:extLst>
                          </a:hlinkClick>
                        </a:rPr>
                        <a:t> </a:t>
                      </a:r>
                      <a:r>
                        <a:rPr lang="en" sz="1000">
                          <a:solidFill>
                            <a:schemeClr val="dk1"/>
                          </a:solidFill>
                          <a:latin typeface="Lexend Exa Black"/>
                          <a:ea typeface="Lexend Exa Black"/>
                          <a:cs typeface="Lexend Exa Black"/>
                          <a:sym typeface="Lexend Exa Black"/>
                        </a:rPr>
                        <a:t>AND </a:t>
                      </a:r>
                      <a:r>
                        <a:rPr lang="en" sz="1000" u="sng">
                          <a:solidFill>
                            <a:schemeClr val="dk1"/>
                          </a:solidFill>
                          <a:latin typeface="Lexend Exa Black"/>
                          <a:ea typeface="Lexend Exa Black"/>
                          <a:cs typeface="Lexend Exa Black"/>
                          <a:sym typeface="Lexend Exa Black"/>
                          <a:hlinkClick action="ppaction://hlinksldjump" r:id="rId8">
                            <a:extLst>
                              <a:ext uri="{A12FA001-AC4F-418D-AE19-62706E023703}">
                                <ahyp:hlinkClr val="tx"/>
                              </a:ext>
                            </a:extLst>
                          </a:hlinkClick>
                        </a:rPr>
                        <a:t>ALTERNATIVE RESOURCES</a:t>
                      </a:r>
                      <a:endParaRPr sz="1000">
                        <a:solidFill>
                          <a:schemeClr val="dk1"/>
                        </a:solidFill>
                        <a:latin typeface="Lexend Exa Black"/>
                        <a:ea typeface="Lexend Exa Black"/>
                        <a:cs typeface="Lexend Exa Black"/>
                        <a:sym typeface="Lexend Exa Black"/>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marR="0" rtl="0" algn="l">
                        <a:lnSpc>
                          <a:spcPct val="100000"/>
                        </a:lnSpc>
                        <a:spcBef>
                          <a:spcPts val="0"/>
                        </a:spcBef>
                        <a:spcAft>
                          <a:spcPts val="1600"/>
                        </a:spcAft>
                        <a:buNone/>
                      </a:pPr>
                      <a:r>
                        <a:rPr lang="en" sz="900">
                          <a:solidFill>
                            <a:schemeClr val="dk1"/>
                          </a:solidFill>
                          <a:latin typeface="Arimo"/>
                          <a:ea typeface="Arimo"/>
                          <a:cs typeface="Arimo"/>
                          <a:sym typeface="Arimo"/>
                        </a:rPr>
                        <a:t>An assortment of graphic resources that are suitable for use in this presentation</a:t>
                      </a:r>
                      <a:endParaRPr sz="900">
                        <a:solidFill>
                          <a:schemeClr val="dk1"/>
                        </a:solidFill>
                        <a:latin typeface="Arimo"/>
                        <a:ea typeface="Arimo"/>
                        <a:cs typeface="Arimo"/>
                        <a:sym typeface="Arim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96775">
                <a:tc>
                  <a:txBody>
                    <a:bodyPr/>
                    <a:lstStyle/>
                    <a:p>
                      <a:pPr indent="0" lvl="0" marL="0" rtl="0" algn="l">
                        <a:spcBef>
                          <a:spcPts val="0"/>
                        </a:spcBef>
                        <a:spcAft>
                          <a:spcPts val="0"/>
                        </a:spcAft>
                        <a:buNone/>
                      </a:pPr>
                      <a:r>
                        <a:rPr lang="en" sz="1000" u="sng">
                          <a:solidFill>
                            <a:schemeClr val="dk1"/>
                          </a:solidFill>
                          <a:latin typeface="Lexend Exa Black"/>
                          <a:ea typeface="Lexend Exa Black"/>
                          <a:cs typeface="Lexend Exa Black"/>
                          <a:sym typeface="Lexend Exa Black"/>
                          <a:hlinkClick action="ppaction://hlinksldjump" r:id="rId9">
                            <a:extLst>
                              <a:ext uri="{A12FA001-AC4F-418D-AE19-62706E023703}">
                                <ahyp:hlinkClr val="tx"/>
                              </a:ext>
                            </a:extLst>
                          </a:hlinkClick>
                        </a:rPr>
                        <a:t>THANKS SLIDE</a:t>
                      </a:r>
                      <a:endParaRPr sz="1000">
                        <a:solidFill>
                          <a:schemeClr val="dk1"/>
                        </a:solidFill>
                        <a:latin typeface="Lexend Exa Black"/>
                        <a:ea typeface="Lexend Exa Black"/>
                        <a:cs typeface="Lexend Exa Black"/>
                        <a:sym typeface="Lexend Exa Black"/>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900">
                          <a:solidFill>
                            <a:schemeClr val="dk1"/>
                          </a:solidFill>
                          <a:latin typeface="Arimo"/>
                          <a:ea typeface="Arimo"/>
                          <a:cs typeface="Arimo"/>
                          <a:sym typeface="Arimo"/>
                        </a:rPr>
                        <a:t>You must keep it so that proper credits for our design are given</a:t>
                      </a:r>
                      <a:endParaRPr sz="900">
                        <a:solidFill>
                          <a:schemeClr val="dk1"/>
                        </a:solidFill>
                        <a:latin typeface="Arimo"/>
                        <a:ea typeface="Arimo"/>
                        <a:cs typeface="Arimo"/>
                        <a:sym typeface="Arim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96775">
                <a:tc>
                  <a:txBody>
                    <a:bodyPr/>
                    <a:lstStyle/>
                    <a:p>
                      <a:pPr indent="0" lvl="0" marL="0" rtl="0" algn="l">
                        <a:spcBef>
                          <a:spcPts val="0"/>
                        </a:spcBef>
                        <a:spcAft>
                          <a:spcPts val="0"/>
                        </a:spcAft>
                        <a:buNone/>
                      </a:pPr>
                      <a:r>
                        <a:rPr lang="en" sz="1000" u="sng">
                          <a:solidFill>
                            <a:schemeClr val="dk1"/>
                          </a:solidFill>
                          <a:latin typeface="Lexend Exa Black"/>
                          <a:ea typeface="Lexend Exa Black"/>
                          <a:cs typeface="Lexend Exa Black"/>
                          <a:sym typeface="Lexend Exa Black"/>
                          <a:hlinkClick action="ppaction://hlinksldjump" r:id="rId10">
                            <a:extLst>
                              <a:ext uri="{A12FA001-AC4F-418D-AE19-62706E023703}">
                                <ahyp:hlinkClr val="tx"/>
                              </a:ext>
                            </a:extLst>
                          </a:hlinkClick>
                        </a:rPr>
                        <a:t>COLORS</a:t>
                      </a:r>
                      <a:endParaRPr sz="1000">
                        <a:solidFill>
                          <a:schemeClr val="dk1"/>
                        </a:solidFill>
                        <a:latin typeface="Lexend Exa Black"/>
                        <a:ea typeface="Lexend Exa Black"/>
                        <a:cs typeface="Lexend Exa Black"/>
                        <a:sym typeface="Lexend Exa Black"/>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900">
                          <a:solidFill>
                            <a:schemeClr val="dk1"/>
                          </a:solidFill>
                          <a:latin typeface="Arimo"/>
                          <a:ea typeface="Arimo"/>
                          <a:cs typeface="Arimo"/>
                          <a:sym typeface="Arimo"/>
                        </a:rPr>
                        <a:t>All the colors used in this presentation</a:t>
                      </a:r>
                      <a:endParaRPr sz="900">
                        <a:solidFill>
                          <a:schemeClr val="dk1"/>
                        </a:solidFill>
                        <a:latin typeface="Arimo"/>
                        <a:ea typeface="Arimo"/>
                        <a:cs typeface="Arimo"/>
                        <a:sym typeface="Arim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503475">
                <a:tc>
                  <a:txBody>
                    <a:bodyPr/>
                    <a:lstStyle/>
                    <a:p>
                      <a:pPr indent="0" lvl="0" marL="0" rtl="0" algn="l">
                        <a:spcBef>
                          <a:spcPts val="0"/>
                        </a:spcBef>
                        <a:spcAft>
                          <a:spcPts val="0"/>
                        </a:spcAft>
                        <a:buNone/>
                      </a:pPr>
                      <a:r>
                        <a:rPr lang="en" sz="1000" u="sng">
                          <a:solidFill>
                            <a:schemeClr val="dk1"/>
                          </a:solidFill>
                          <a:latin typeface="Lexend Exa Black"/>
                          <a:ea typeface="Lexend Exa Black"/>
                          <a:cs typeface="Lexend Exa Black"/>
                          <a:sym typeface="Lexend Exa Black"/>
                          <a:hlinkClick action="ppaction://hlinksldjump" r:id="rId11">
                            <a:extLst>
                              <a:ext uri="{A12FA001-AC4F-418D-AE19-62706E023703}">
                                <ahyp:hlinkClr val="tx"/>
                              </a:ext>
                            </a:extLst>
                          </a:hlinkClick>
                        </a:rPr>
                        <a:t>ICONS</a:t>
                      </a:r>
                      <a:r>
                        <a:rPr lang="en" sz="1000">
                          <a:solidFill>
                            <a:schemeClr val="dk1"/>
                          </a:solidFill>
                          <a:uFill>
                            <a:noFill/>
                          </a:uFill>
                          <a:latin typeface="Lexend Exa Black"/>
                          <a:ea typeface="Lexend Exa Black"/>
                          <a:cs typeface="Lexend Exa Black"/>
                          <a:sym typeface="Lexend Exa Black"/>
                          <a:hlinkClick action="ppaction://hlinksldjump" r:id="rId12">
                            <a:extLst>
                              <a:ext uri="{A12FA001-AC4F-418D-AE19-62706E023703}">
                                <ahyp:hlinkClr val="tx"/>
                              </a:ext>
                            </a:extLst>
                          </a:hlinkClick>
                        </a:rPr>
                        <a:t> </a:t>
                      </a:r>
                      <a:r>
                        <a:rPr lang="en" sz="1000">
                          <a:solidFill>
                            <a:schemeClr val="dk1"/>
                          </a:solidFill>
                          <a:latin typeface="Lexend Exa Black"/>
                          <a:ea typeface="Lexend Exa Black"/>
                          <a:cs typeface="Lexend Exa Black"/>
                          <a:sym typeface="Lexend Exa Black"/>
                        </a:rPr>
                        <a:t>AND </a:t>
                      </a:r>
                      <a:r>
                        <a:rPr lang="en" sz="1000" u="sng">
                          <a:solidFill>
                            <a:schemeClr val="dk1"/>
                          </a:solidFill>
                          <a:latin typeface="Lexend Exa Black"/>
                          <a:ea typeface="Lexend Exa Black"/>
                          <a:cs typeface="Lexend Exa Black"/>
                          <a:sym typeface="Lexend Exa Black"/>
                          <a:hlinkClick action="ppaction://hlinksldjump" r:id="rId13">
                            <a:extLst>
                              <a:ext uri="{A12FA001-AC4F-418D-AE19-62706E023703}">
                                <ahyp:hlinkClr val="tx"/>
                              </a:ext>
                            </a:extLst>
                          </a:hlinkClick>
                        </a:rPr>
                        <a:t>INFOGRAPHICS RESOURCES</a:t>
                      </a:r>
                      <a:endParaRPr sz="1000">
                        <a:solidFill>
                          <a:schemeClr val="dk1"/>
                        </a:solidFill>
                        <a:latin typeface="Lexend Exa Black"/>
                        <a:ea typeface="Lexend Exa Black"/>
                        <a:cs typeface="Lexend Exa Black"/>
                        <a:sym typeface="Lexend Exa Black"/>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900">
                          <a:solidFill>
                            <a:schemeClr val="dk1"/>
                          </a:solidFill>
                          <a:latin typeface="Arimo"/>
                          <a:ea typeface="Arimo"/>
                          <a:cs typeface="Arimo"/>
                          <a:sym typeface="Arimo"/>
                        </a:rPr>
                        <a:t>These can be used in the template, and their size and color can be edited</a:t>
                      </a:r>
                      <a:endParaRPr sz="900">
                        <a:solidFill>
                          <a:schemeClr val="dk1"/>
                        </a:solidFill>
                        <a:latin typeface="Arimo"/>
                        <a:ea typeface="Arimo"/>
                        <a:cs typeface="Arimo"/>
                        <a:sym typeface="Arim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96775">
                <a:tc>
                  <a:txBody>
                    <a:bodyPr/>
                    <a:lstStyle/>
                    <a:p>
                      <a:pPr indent="0" lvl="0" marL="0" rtl="0" algn="l">
                        <a:spcBef>
                          <a:spcPts val="0"/>
                        </a:spcBef>
                        <a:spcAft>
                          <a:spcPts val="0"/>
                        </a:spcAft>
                        <a:buNone/>
                      </a:pPr>
                      <a:r>
                        <a:rPr lang="en" sz="1000">
                          <a:solidFill>
                            <a:schemeClr val="dk1"/>
                          </a:solidFill>
                          <a:latin typeface="Lexend Exa Black"/>
                          <a:ea typeface="Lexend Exa Black"/>
                          <a:cs typeface="Lexend Exa Black"/>
                          <a:sym typeface="Lexend Exa Black"/>
                        </a:rPr>
                        <a:t>EDITABLE PRESENTATION THEME</a:t>
                      </a:r>
                      <a:endParaRPr sz="1000">
                        <a:solidFill>
                          <a:schemeClr val="dk1"/>
                        </a:solidFill>
                        <a:latin typeface="Lexend Exa Black"/>
                        <a:ea typeface="Lexend Exa Black"/>
                        <a:cs typeface="Lexend Exa Black"/>
                        <a:sym typeface="Lexend Exa Black"/>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Clr>
                          <a:srgbClr val="000000"/>
                        </a:buClr>
                        <a:buSzPts val="1100"/>
                        <a:buFont typeface="Arial"/>
                        <a:buNone/>
                      </a:pPr>
                      <a:r>
                        <a:rPr lang="en" sz="900">
                          <a:solidFill>
                            <a:schemeClr val="dk1"/>
                          </a:solidFill>
                          <a:latin typeface="Arimo"/>
                          <a:ea typeface="Arimo"/>
                          <a:cs typeface="Arimo"/>
                          <a:sym typeface="Arimo"/>
                        </a:rPr>
                        <a:t>You can edit the master slides easily. For more info, click </a:t>
                      </a:r>
                      <a:r>
                        <a:rPr b="1" lang="en" sz="900" u="sng">
                          <a:solidFill>
                            <a:schemeClr val="dk1"/>
                          </a:solidFill>
                          <a:latin typeface="Arimo"/>
                          <a:ea typeface="Arimo"/>
                          <a:cs typeface="Arimo"/>
                          <a:sym typeface="Arimo"/>
                          <a:hlinkClick r:id="rId14">
                            <a:extLst>
                              <a:ext uri="{A12FA001-AC4F-418D-AE19-62706E023703}">
                                <ahyp:hlinkClr val="tx"/>
                              </a:ext>
                            </a:extLst>
                          </a:hlinkClick>
                        </a:rPr>
                        <a:t>here</a:t>
                      </a:r>
                      <a:endParaRPr sz="900" u="sng">
                        <a:solidFill>
                          <a:schemeClr val="dk1"/>
                        </a:solidFill>
                        <a:latin typeface="Arimo"/>
                        <a:ea typeface="Arimo"/>
                        <a:cs typeface="Arimo"/>
                        <a:sym typeface="Arim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bl>
          </a:graphicData>
        </a:graphic>
      </p:graphicFrame>
      <p:sp>
        <p:nvSpPr>
          <p:cNvPr id="225" name="Google Shape;225;p28"/>
          <p:cNvSpPr txBox="1"/>
          <p:nvPr/>
        </p:nvSpPr>
        <p:spPr>
          <a:xfrm>
            <a:off x="710825" y="1058259"/>
            <a:ext cx="7704000" cy="3333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You can delete this slide when you’re done editing the presentation</a:t>
            </a:r>
            <a:endParaRPr sz="1200">
              <a:solidFill>
                <a:schemeClr val="dk1"/>
              </a:solidFill>
              <a:latin typeface="Arimo"/>
              <a:ea typeface="Arimo"/>
              <a:cs typeface="Arimo"/>
              <a:sym typeface="Arimo"/>
            </a:endParaRPr>
          </a:p>
        </p:txBody>
      </p:sp>
      <p:sp>
        <p:nvSpPr>
          <p:cNvPr id="226" name="Google Shape;226;p28"/>
          <p:cNvSpPr txBox="1"/>
          <p:nvPr/>
        </p:nvSpPr>
        <p:spPr>
          <a:xfrm>
            <a:off x="712975" y="4189175"/>
            <a:ext cx="35796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Arimo"/>
                <a:ea typeface="Arimo"/>
                <a:cs typeface="Arimo"/>
                <a:sym typeface="Arimo"/>
              </a:rPr>
              <a:t>For more info:</a:t>
            </a:r>
            <a:br>
              <a:rPr b="1" lang="en" sz="800">
                <a:solidFill>
                  <a:schemeClr val="dk1"/>
                </a:solidFill>
                <a:latin typeface="Arimo"/>
                <a:ea typeface="Arimo"/>
                <a:cs typeface="Arimo"/>
                <a:sym typeface="Arimo"/>
              </a:rPr>
            </a:br>
            <a:r>
              <a:rPr b="1" lang="en" sz="1000" u="sng">
                <a:solidFill>
                  <a:schemeClr val="dk1"/>
                </a:solidFill>
                <a:latin typeface="Arimo"/>
                <a:ea typeface="Arimo"/>
                <a:cs typeface="Arimo"/>
                <a:sym typeface="Arimo"/>
                <a:hlinkClick r:id="rId15">
                  <a:extLst>
                    <a:ext uri="{A12FA001-AC4F-418D-AE19-62706E023703}">
                      <ahyp:hlinkClr val="tx"/>
                    </a:ext>
                  </a:extLst>
                </a:hlinkClick>
              </a:rPr>
              <a:t>SLIDESGO</a:t>
            </a:r>
            <a:r>
              <a:rPr b="1" lang="en" sz="1000">
                <a:solidFill>
                  <a:schemeClr val="dk1"/>
                </a:solidFill>
                <a:uFill>
                  <a:noFill/>
                </a:uFill>
                <a:latin typeface="Arimo"/>
                <a:ea typeface="Arimo"/>
                <a:cs typeface="Arimo"/>
                <a:sym typeface="Arimo"/>
                <a:hlinkClick r:id="rId16">
                  <a:extLst>
                    <a:ext uri="{A12FA001-AC4F-418D-AE19-62706E023703}">
                      <ahyp:hlinkClr val="tx"/>
                    </a:ext>
                  </a:extLst>
                </a:hlinkClick>
              </a:rPr>
              <a:t> </a:t>
            </a:r>
            <a:r>
              <a:rPr b="1" lang="en" sz="1000">
                <a:solidFill>
                  <a:schemeClr val="dk1"/>
                </a:solidFill>
                <a:latin typeface="Arimo"/>
                <a:ea typeface="Arimo"/>
                <a:cs typeface="Arimo"/>
                <a:sym typeface="Arimo"/>
              </a:rPr>
              <a:t> |  </a:t>
            </a:r>
            <a:r>
              <a:rPr b="1" lang="en" sz="1000" u="sng">
                <a:solidFill>
                  <a:schemeClr val="dk1"/>
                </a:solidFill>
                <a:latin typeface="Arimo"/>
                <a:ea typeface="Arimo"/>
                <a:cs typeface="Arimo"/>
                <a:sym typeface="Arimo"/>
                <a:hlinkClick r:id="rId17">
                  <a:extLst>
                    <a:ext uri="{A12FA001-AC4F-418D-AE19-62706E023703}">
                      <ahyp:hlinkClr val="tx"/>
                    </a:ext>
                  </a:extLst>
                </a:hlinkClick>
              </a:rPr>
              <a:t>BLOG</a:t>
            </a:r>
            <a:r>
              <a:rPr b="1" lang="en" sz="1000">
                <a:solidFill>
                  <a:schemeClr val="dk1"/>
                </a:solidFill>
                <a:latin typeface="Arimo"/>
                <a:ea typeface="Arimo"/>
                <a:cs typeface="Arimo"/>
                <a:sym typeface="Arimo"/>
              </a:rPr>
              <a:t>  |  </a:t>
            </a:r>
            <a:r>
              <a:rPr b="1" lang="en" sz="1000" u="sng">
                <a:solidFill>
                  <a:schemeClr val="dk1"/>
                </a:solidFill>
                <a:latin typeface="Arimo"/>
                <a:ea typeface="Arimo"/>
                <a:cs typeface="Arimo"/>
                <a:sym typeface="Arimo"/>
                <a:hlinkClick r:id="rId18">
                  <a:extLst>
                    <a:ext uri="{A12FA001-AC4F-418D-AE19-62706E023703}">
                      <ahyp:hlinkClr val="tx"/>
                    </a:ext>
                  </a:extLst>
                </a:hlinkClick>
              </a:rPr>
              <a:t>FAQs</a:t>
            </a:r>
            <a:endParaRPr b="1" sz="1500" u="sng">
              <a:solidFill>
                <a:schemeClr val="dk1"/>
              </a:solidFill>
              <a:latin typeface="Arimo"/>
              <a:ea typeface="Arimo"/>
              <a:cs typeface="Arimo"/>
              <a:sym typeface="Arimo"/>
            </a:endParaRPr>
          </a:p>
        </p:txBody>
      </p:sp>
      <p:sp>
        <p:nvSpPr>
          <p:cNvPr id="227" name="Google Shape;227;p28"/>
          <p:cNvSpPr txBox="1"/>
          <p:nvPr/>
        </p:nvSpPr>
        <p:spPr>
          <a:xfrm>
            <a:off x="4851425" y="4189150"/>
            <a:ext cx="35796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Arimo"/>
                <a:ea typeface="Arimo"/>
                <a:cs typeface="Arimo"/>
                <a:sym typeface="Arimo"/>
              </a:rPr>
              <a:t>You can visit our sister </a:t>
            </a:r>
            <a:r>
              <a:rPr b="1" lang="en" sz="1000">
                <a:solidFill>
                  <a:schemeClr val="dk1"/>
                </a:solidFill>
                <a:latin typeface="Arimo"/>
                <a:ea typeface="Arimo"/>
                <a:cs typeface="Arimo"/>
                <a:sym typeface="Arimo"/>
              </a:rPr>
              <a:t>projects</a:t>
            </a:r>
            <a:r>
              <a:rPr b="1" lang="en" sz="1000">
                <a:solidFill>
                  <a:schemeClr val="dk1"/>
                </a:solidFill>
                <a:latin typeface="Arimo"/>
                <a:ea typeface="Arimo"/>
                <a:cs typeface="Arimo"/>
                <a:sym typeface="Arimo"/>
              </a:rPr>
              <a:t>:</a:t>
            </a:r>
            <a:br>
              <a:rPr b="1" lang="en" sz="800">
                <a:solidFill>
                  <a:schemeClr val="dk1"/>
                </a:solidFill>
                <a:latin typeface="Arimo"/>
                <a:ea typeface="Arimo"/>
                <a:cs typeface="Arimo"/>
                <a:sym typeface="Arimo"/>
              </a:rPr>
            </a:br>
            <a:r>
              <a:rPr b="1" lang="en" sz="1000" u="sng">
                <a:solidFill>
                  <a:schemeClr val="dk1"/>
                </a:solidFill>
                <a:latin typeface="Arimo"/>
                <a:ea typeface="Arimo"/>
                <a:cs typeface="Arimo"/>
                <a:sym typeface="Arimo"/>
                <a:hlinkClick r:id="rId19">
                  <a:extLst>
                    <a:ext uri="{A12FA001-AC4F-418D-AE19-62706E023703}">
                      <ahyp:hlinkClr val="tx"/>
                    </a:ext>
                  </a:extLst>
                </a:hlinkClick>
              </a:rPr>
              <a:t>FREEPIK</a:t>
            </a:r>
            <a:r>
              <a:rPr b="1" lang="en" sz="1000">
                <a:solidFill>
                  <a:schemeClr val="dk1"/>
                </a:solidFill>
                <a:latin typeface="Arimo"/>
                <a:ea typeface="Arimo"/>
                <a:cs typeface="Arimo"/>
                <a:sym typeface="Arimo"/>
              </a:rPr>
              <a:t> | </a:t>
            </a:r>
            <a:r>
              <a:rPr b="1" lang="en" sz="1000" u="sng">
                <a:solidFill>
                  <a:schemeClr val="dk1"/>
                </a:solidFill>
                <a:latin typeface="Arimo"/>
                <a:ea typeface="Arimo"/>
                <a:cs typeface="Arimo"/>
                <a:sym typeface="Arimo"/>
                <a:hlinkClick r:id="rId20">
                  <a:extLst>
                    <a:ext uri="{A12FA001-AC4F-418D-AE19-62706E023703}">
                      <ahyp:hlinkClr val="tx"/>
                    </a:ext>
                  </a:extLst>
                </a:hlinkClick>
              </a:rPr>
              <a:t>FLATICON</a:t>
            </a:r>
            <a:r>
              <a:rPr b="1" lang="en" sz="1000">
                <a:solidFill>
                  <a:schemeClr val="dk1"/>
                </a:solidFill>
                <a:latin typeface="Arimo"/>
                <a:ea typeface="Arimo"/>
                <a:cs typeface="Arimo"/>
                <a:sym typeface="Arimo"/>
              </a:rPr>
              <a:t> | </a:t>
            </a:r>
            <a:r>
              <a:rPr b="1" lang="en" sz="1000" u="sng">
                <a:solidFill>
                  <a:schemeClr val="dk1"/>
                </a:solidFill>
                <a:latin typeface="Arimo"/>
                <a:ea typeface="Arimo"/>
                <a:cs typeface="Arimo"/>
                <a:sym typeface="Arimo"/>
                <a:hlinkClick r:id="rId21">
                  <a:extLst>
                    <a:ext uri="{A12FA001-AC4F-418D-AE19-62706E023703}">
                      <ahyp:hlinkClr val="tx"/>
                    </a:ext>
                  </a:extLst>
                </a:hlinkClick>
              </a:rPr>
              <a:t>STORYSET</a:t>
            </a:r>
            <a:r>
              <a:rPr b="1" lang="en" sz="1000">
                <a:solidFill>
                  <a:schemeClr val="dk1"/>
                </a:solidFill>
                <a:latin typeface="Arimo"/>
                <a:ea typeface="Arimo"/>
                <a:cs typeface="Arimo"/>
                <a:sym typeface="Arimo"/>
              </a:rPr>
              <a:t> | </a:t>
            </a:r>
            <a:r>
              <a:rPr b="1" lang="en" sz="1000" u="sng">
                <a:solidFill>
                  <a:schemeClr val="dk1"/>
                </a:solidFill>
                <a:latin typeface="Arimo"/>
                <a:ea typeface="Arimo"/>
                <a:cs typeface="Arimo"/>
                <a:sym typeface="Arimo"/>
                <a:hlinkClick r:id="rId22">
                  <a:extLst>
                    <a:ext uri="{A12FA001-AC4F-418D-AE19-62706E023703}">
                      <ahyp:hlinkClr val="tx"/>
                    </a:ext>
                  </a:extLst>
                </a:hlinkClick>
              </a:rPr>
              <a:t>WEPIK</a:t>
            </a:r>
            <a:r>
              <a:rPr b="1" lang="en" sz="1000">
                <a:solidFill>
                  <a:schemeClr val="dk1"/>
                </a:solidFill>
                <a:uFill>
                  <a:noFill/>
                </a:uFill>
                <a:latin typeface="Arimo"/>
                <a:ea typeface="Arimo"/>
                <a:cs typeface="Arimo"/>
                <a:sym typeface="Arimo"/>
                <a:hlinkClick r:id="rId23">
                  <a:extLst>
                    <a:ext uri="{A12FA001-AC4F-418D-AE19-62706E023703}">
                      <ahyp:hlinkClr val="tx"/>
                    </a:ext>
                  </a:extLst>
                </a:hlinkClick>
              </a:rPr>
              <a:t> </a:t>
            </a:r>
            <a:r>
              <a:rPr b="1" lang="en" sz="1000">
                <a:solidFill>
                  <a:schemeClr val="dk1"/>
                </a:solidFill>
                <a:latin typeface="Arimo"/>
                <a:ea typeface="Arimo"/>
                <a:cs typeface="Arimo"/>
                <a:sym typeface="Arimo"/>
              </a:rPr>
              <a:t>| </a:t>
            </a:r>
            <a:r>
              <a:rPr b="1" lang="en" sz="1000" u="sng">
                <a:solidFill>
                  <a:schemeClr val="dk1"/>
                </a:solidFill>
                <a:latin typeface="Arimo"/>
                <a:ea typeface="Arimo"/>
                <a:cs typeface="Arimo"/>
                <a:sym typeface="Arimo"/>
                <a:hlinkClick r:id="rId24">
                  <a:extLst>
                    <a:ext uri="{A12FA001-AC4F-418D-AE19-62706E023703}">
                      <ahyp:hlinkClr val="tx"/>
                    </a:ext>
                  </a:extLst>
                </a:hlinkClick>
              </a:rPr>
              <a:t>V</a:t>
            </a:r>
            <a:r>
              <a:rPr b="1" lang="en" sz="1000" u="sng">
                <a:solidFill>
                  <a:schemeClr val="dk1"/>
                </a:solidFill>
                <a:latin typeface="Arimo"/>
                <a:ea typeface="Arimo"/>
                <a:cs typeface="Arimo"/>
                <a:sym typeface="Arimo"/>
                <a:hlinkClick r:id="rId25">
                  <a:extLst>
                    <a:ext uri="{A12FA001-AC4F-418D-AE19-62706E023703}">
                      <ahyp:hlinkClr val="tx"/>
                    </a:ext>
                  </a:extLst>
                </a:hlinkClick>
              </a:rPr>
              <a:t>IDEVO</a:t>
            </a:r>
            <a:endParaRPr b="1" sz="1000" u="sng">
              <a:solidFill>
                <a:schemeClr val="dk1"/>
              </a:solidFill>
              <a:latin typeface="Arimo"/>
              <a:ea typeface="Arimo"/>
              <a:cs typeface="Arimo"/>
              <a:sym typeface="Arimo"/>
            </a:endParaRPr>
          </a:p>
        </p:txBody>
      </p:sp>
      <p:cxnSp>
        <p:nvCxnSpPr>
          <p:cNvPr id="228" name="Google Shape;228;p28"/>
          <p:cNvCxnSpPr/>
          <p:nvPr/>
        </p:nvCxnSpPr>
        <p:spPr>
          <a:xfrm>
            <a:off x="338863" y="2436425"/>
            <a:ext cx="0" cy="2220300"/>
          </a:xfrm>
          <a:prstGeom prst="straightConnector1">
            <a:avLst/>
          </a:prstGeom>
          <a:noFill/>
          <a:ln cap="flat" cmpd="sng" w="19050">
            <a:solidFill>
              <a:schemeClr val="dk1"/>
            </a:solidFill>
            <a:prstDash val="solid"/>
            <a:round/>
            <a:headEnd len="med" w="med" type="none"/>
            <a:tailEnd len="med" w="med" type="none"/>
          </a:ln>
        </p:spPr>
      </p:cxnSp>
      <p:cxnSp>
        <p:nvCxnSpPr>
          <p:cNvPr id="229" name="Google Shape;229;p28"/>
          <p:cNvCxnSpPr/>
          <p:nvPr/>
        </p:nvCxnSpPr>
        <p:spPr>
          <a:xfrm>
            <a:off x="8936388" y="739650"/>
            <a:ext cx="0" cy="29298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 name="Shape 233"/>
        <p:cNvGrpSpPr/>
        <p:nvPr/>
      </p:nvGrpSpPr>
      <p:grpSpPr>
        <a:xfrm>
          <a:off x="0" y="0"/>
          <a:ext cx="0" cy="0"/>
          <a:chOff x="0" y="0"/>
          <a:chExt cx="0" cy="0"/>
        </a:xfrm>
      </p:grpSpPr>
      <p:sp>
        <p:nvSpPr>
          <p:cNvPr id="234" name="Google Shape;234;p29"/>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235" name="Google Shape;235;p29"/>
          <p:cNvSpPr txBox="1"/>
          <p:nvPr>
            <p:ph idx="2" type="title"/>
          </p:nvPr>
        </p:nvSpPr>
        <p:spPr>
          <a:xfrm>
            <a:off x="1385221" y="1428825"/>
            <a:ext cx="1187100" cy="508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36" name="Google Shape;236;p29"/>
          <p:cNvSpPr txBox="1"/>
          <p:nvPr>
            <p:ph idx="3" type="title"/>
          </p:nvPr>
        </p:nvSpPr>
        <p:spPr>
          <a:xfrm>
            <a:off x="1385221" y="2938300"/>
            <a:ext cx="1187100" cy="508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37" name="Google Shape;237;p29"/>
          <p:cNvSpPr txBox="1"/>
          <p:nvPr>
            <p:ph idx="4" type="title"/>
          </p:nvPr>
        </p:nvSpPr>
        <p:spPr>
          <a:xfrm>
            <a:off x="3978305" y="1428825"/>
            <a:ext cx="1187700" cy="508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38" name="Google Shape;238;p29"/>
          <p:cNvSpPr txBox="1"/>
          <p:nvPr>
            <p:ph idx="5" type="title"/>
          </p:nvPr>
        </p:nvSpPr>
        <p:spPr>
          <a:xfrm>
            <a:off x="3978305" y="2938300"/>
            <a:ext cx="1187700" cy="508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39" name="Google Shape;239;p29"/>
          <p:cNvSpPr txBox="1"/>
          <p:nvPr>
            <p:ph idx="6" type="title"/>
          </p:nvPr>
        </p:nvSpPr>
        <p:spPr>
          <a:xfrm>
            <a:off x="6571390" y="1428825"/>
            <a:ext cx="1187400" cy="508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40" name="Google Shape;240;p29"/>
          <p:cNvSpPr txBox="1"/>
          <p:nvPr>
            <p:ph idx="7" type="title"/>
          </p:nvPr>
        </p:nvSpPr>
        <p:spPr>
          <a:xfrm>
            <a:off x="6571390" y="2938300"/>
            <a:ext cx="1187400" cy="508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41" name="Google Shape;241;p29"/>
          <p:cNvSpPr txBox="1"/>
          <p:nvPr>
            <p:ph idx="1" type="subTitle"/>
          </p:nvPr>
        </p:nvSpPr>
        <p:spPr>
          <a:xfrm>
            <a:off x="713225" y="1825350"/>
            <a:ext cx="2531400" cy="73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BUSINESS PLAN</a:t>
            </a:r>
            <a:endParaRPr/>
          </a:p>
        </p:txBody>
      </p:sp>
      <p:sp>
        <p:nvSpPr>
          <p:cNvPr id="242" name="Google Shape;242;p29"/>
          <p:cNvSpPr txBox="1"/>
          <p:nvPr>
            <p:ph idx="8" type="subTitle"/>
          </p:nvPr>
        </p:nvSpPr>
        <p:spPr>
          <a:xfrm>
            <a:off x="3306300" y="1825350"/>
            <a:ext cx="2531400" cy="73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COMPANY DESCRIPTION</a:t>
            </a:r>
            <a:endParaRPr/>
          </a:p>
        </p:txBody>
      </p:sp>
      <p:sp>
        <p:nvSpPr>
          <p:cNvPr id="243" name="Google Shape;243;p29"/>
          <p:cNvSpPr txBox="1"/>
          <p:nvPr>
            <p:ph idx="9" type="subTitle"/>
          </p:nvPr>
        </p:nvSpPr>
        <p:spPr>
          <a:xfrm>
            <a:off x="5899375" y="1825350"/>
            <a:ext cx="2531400" cy="73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ANALYSIS</a:t>
            </a:r>
            <a:endParaRPr/>
          </a:p>
        </p:txBody>
      </p:sp>
      <p:sp>
        <p:nvSpPr>
          <p:cNvPr id="244" name="Google Shape;244;p29"/>
          <p:cNvSpPr txBox="1"/>
          <p:nvPr>
            <p:ph idx="13" type="subTitle"/>
          </p:nvPr>
        </p:nvSpPr>
        <p:spPr>
          <a:xfrm>
            <a:off x="713225" y="3334925"/>
            <a:ext cx="2531400" cy="73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PRODUCTS OR SERVICES</a:t>
            </a:r>
            <a:endParaRPr/>
          </a:p>
        </p:txBody>
      </p:sp>
      <p:sp>
        <p:nvSpPr>
          <p:cNvPr id="245" name="Google Shape;245;p29"/>
          <p:cNvSpPr txBox="1"/>
          <p:nvPr>
            <p:ph idx="14" type="subTitle"/>
          </p:nvPr>
        </p:nvSpPr>
        <p:spPr>
          <a:xfrm>
            <a:off x="3306300" y="3334925"/>
            <a:ext cx="2531400" cy="73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MK &amp; SALES STRATEGY</a:t>
            </a:r>
            <a:endParaRPr/>
          </a:p>
        </p:txBody>
      </p:sp>
      <p:sp>
        <p:nvSpPr>
          <p:cNvPr id="246" name="Google Shape;246;p29"/>
          <p:cNvSpPr txBox="1"/>
          <p:nvPr>
            <p:ph idx="15" type="subTitle"/>
          </p:nvPr>
        </p:nvSpPr>
        <p:spPr>
          <a:xfrm>
            <a:off x="5899375" y="3334925"/>
            <a:ext cx="2531400" cy="73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FINANCIAL PROJECTIONS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 name="Shape 250"/>
        <p:cNvGrpSpPr/>
        <p:nvPr/>
      </p:nvGrpSpPr>
      <p:grpSpPr>
        <a:xfrm>
          <a:off x="0" y="0"/>
          <a:ext cx="0" cy="0"/>
          <a:chOff x="0" y="0"/>
          <a:chExt cx="0" cy="0"/>
        </a:xfrm>
      </p:grpSpPr>
      <p:pic>
        <p:nvPicPr>
          <p:cNvPr id="251" name="Google Shape;251;p30"/>
          <p:cNvPicPr preferRelativeResize="0"/>
          <p:nvPr/>
        </p:nvPicPr>
        <p:blipFill rotWithShape="1">
          <a:blip r:embed="rId3">
            <a:alphaModFix/>
          </a:blip>
          <a:srcRect b="52666" l="17154" r="15786" t="27799"/>
          <a:stretch/>
        </p:blipFill>
        <p:spPr>
          <a:xfrm>
            <a:off x="4476050" y="-22825"/>
            <a:ext cx="4668250" cy="831700"/>
          </a:xfrm>
          <a:prstGeom prst="rect">
            <a:avLst/>
          </a:prstGeom>
          <a:noFill/>
          <a:ln>
            <a:noFill/>
          </a:ln>
        </p:spPr>
      </p:pic>
      <p:pic>
        <p:nvPicPr>
          <p:cNvPr id="252" name="Google Shape;252;p30"/>
          <p:cNvPicPr preferRelativeResize="0"/>
          <p:nvPr>
            <p:ph idx="2" type="pic"/>
          </p:nvPr>
        </p:nvPicPr>
        <p:blipFill rotWithShape="1">
          <a:blip r:embed="rId4">
            <a:alphaModFix/>
          </a:blip>
          <a:srcRect b="0" l="34462" r="14552" t="0"/>
          <a:stretch/>
        </p:blipFill>
        <p:spPr>
          <a:xfrm>
            <a:off x="5134800" y="531300"/>
            <a:ext cx="3121800" cy="4080900"/>
          </a:xfrm>
          <a:prstGeom prst="rect">
            <a:avLst/>
          </a:prstGeom>
        </p:spPr>
      </p:pic>
      <p:sp>
        <p:nvSpPr>
          <p:cNvPr id="253" name="Google Shape;253;p30"/>
          <p:cNvSpPr txBox="1"/>
          <p:nvPr>
            <p:ph idx="1" type="subTitle"/>
          </p:nvPr>
        </p:nvSpPr>
        <p:spPr>
          <a:xfrm>
            <a:off x="713225" y="1902850"/>
            <a:ext cx="3427200" cy="218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business plan outlines the strategy for </a:t>
            </a:r>
            <a:r>
              <a:rPr i="1" lang="en"/>
              <a:t>[company name]</a:t>
            </a:r>
            <a:r>
              <a:rPr lang="en"/>
              <a:t>, a </a:t>
            </a:r>
            <a:r>
              <a:rPr i="1" lang="en"/>
              <a:t>[legal structure]</a:t>
            </a:r>
            <a:r>
              <a:rPr lang="en"/>
              <a:t> that provides </a:t>
            </a:r>
            <a:r>
              <a:rPr i="1" lang="en"/>
              <a:t>[products/services]</a:t>
            </a:r>
            <a:r>
              <a:rPr lang="en"/>
              <a:t> to </a:t>
            </a:r>
            <a:r>
              <a:rPr i="1" lang="en"/>
              <a:t>[target market]</a:t>
            </a:r>
            <a:r>
              <a:rPr lang="en"/>
              <a:t>. Our mission is to </a:t>
            </a:r>
            <a:r>
              <a:rPr i="1" lang="en"/>
              <a:t>[mission statement/goal of the company]</a:t>
            </a:r>
            <a:endParaRPr/>
          </a:p>
          <a:p>
            <a:pPr indent="0" lvl="0" marL="0" rtl="0" algn="l">
              <a:spcBef>
                <a:spcPts val="1000"/>
              </a:spcBef>
              <a:spcAft>
                <a:spcPts val="1200"/>
              </a:spcAft>
              <a:buNone/>
            </a:pPr>
            <a:r>
              <a:rPr lang="en"/>
              <a:t>The market analysis shows that there is a high demand for our products/services in the industry. We have identified key competitors and believe we can differentiate ourselves through our unique selling propositions (USPs)</a:t>
            </a:r>
            <a:endParaRPr/>
          </a:p>
        </p:txBody>
      </p:sp>
      <p:sp>
        <p:nvSpPr>
          <p:cNvPr id="254" name="Google Shape;254;p30"/>
          <p:cNvSpPr txBox="1"/>
          <p:nvPr>
            <p:ph type="title"/>
          </p:nvPr>
        </p:nvSpPr>
        <p:spPr>
          <a:xfrm>
            <a:off x="713225" y="417600"/>
            <a:ext cx="3427200" cy="115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EXECUTIVE SUMMARY</a:t>
            </a:r>
            <a:endParaRPr/>
          </a:p>
        </p:txBody>
      </p:sp>
      <p:sp>
        <p:nvSpPr>
          <p:cNvPr id="255" name="Google Shape;255;p30"/>
          <p:cNvSpPr/>
          <p:nvPr/>
        </p:nvSpPr>
        <p:spPr>
          <a:xfrm flipH="1" rot="10800000">
            <a:off x="8489700" y="468700"/>
            <a:ext cx="654600" cy="1811400"/>
          </a:xfrm>
          <a:prstGeom prst="rect">
            <a:avLst/>
          </a:prstGeom>
          <a:gradFill>
            <a:gsLst>
              <a:gs pos="0">
                <a:schemeClr val="dk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6" name="Google Shape;256;p30"/>
          <p:cNvCxnSpPr/>
          <p:nvPr/>
        </p:nvCxnSpPr>
        <p:spPr>
          <a:xfrm>
            <a:off x="8816700" y="1629100"/>
            <a:ext cx="0" cy="26448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 name="Shape 260"/>
        <p:cNvGrpSpPr/>
        <p:nvPr/>
      </p:nvGrpSpPr>
      <p:grpSpPr>
        <a:xfrm>
          <a:off x="0" y="0"/>
          <a:ext cx="0" cy="0"/>
          <a:chOff x="0" y="0"/>
          <a:chExt cx="0" cy="0"/>
        </a:xfrm>
      </p:grpSpPr>
      <p:sp>
        <p:nvSpPr>
          <p:cNvPr id="261" name="Google Shape;261;p31"/>
          <p:cNvSpPr txBox="1"/>
          <p:nvPr>
            <p:ph type="title"/>
          </p:nvPr>
        </p:nvSpPr>
        <p:spPr>
          <a:xfrm>
            <a:off x="1281900" y="2491500"/>
            <a:ext cx="6580200" cy="91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BUSINESS PLAN</a:t>
            </a:r>
            <a:endParaRPr/>
          </a:p>
        </p:txBody>
      </p:sp>
      <p:sp>
        <p:nvSpPr>
          <p:cNvPr id="262" name="Google Shape;262;p31"/>
          <p:cNvSpPr txBox="1"/>
          <p:nvPr>
            <p:ph idx="2" type="title"/>
          </p:nvPr>
        </p:nvSpPr>
        <p:spPr>
          <a:xfrm>
            <a:off x="3614850" y="1583700"/>
            <a:ext cx="1914300" cy="98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01</a:t>
            </a:r>
            <a:endParaRPr>
              <a:solidFill>
                <a:schemeClr val="dk1"/>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 name="Shape 266"/>
        <p:cNvGrpSpPr/>
        <p:nvPr/>
      </p:nvGrpSpPr>
      <p:grpSpPr>
        <a:xfrm>
          <a:off x="0" y="0"/>
          <a:ext cx="0" cy="0"/>
          <a:chOff x="0" y="0"/>
          <a:chExt cx="0" cy="0"/>
        </a:xfrm>
      </p:grpSpPr>
      <p:pic>
        <p:nvPicPr>
          <p:cNvPr id="267" name="Google Shape;267;p32"/>
          <p:cNvPicPr preferRelativeResize="0"/>
          <p:nvPr/>
        </p:nvPicPr>
        <p:blipFill rotWithShape="1">
          <a:blip r:embed="rId3">
            <a:alphaModFix/>
          </a:blip>
          <a:srcRect b="15315" l="45323" r="44059" t="17777"/>
          <a:stretch/>
        </p:blipFill>
        <p:spPr>
          <a:xfrm flipH="1" rot="10800000">
            <a:off x="236900" y="9812"/>
            <a:ext cx="659549" cy="2023726"/>
          </a:xfrm>
          <a:prstGeom prst="rect">
            <a:avLst/>
          </a:prstGeom>
          <a:noFill/>
          <a:ln>
            <a:noFill/>
          </a:ln>
        </p:spPr>
      </p:pic>
      <p:sp>
        <p:nvSpPr>
          <p:cNvPr id="268" name="Google Shape;268;p32"/>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COMPANY DESCRIPTION</a:t>
            </a:r>
            <a:endParaRPr/>
          </a:p>
        </p:txBody>
      </p:sp>
      <p:sp>
        <p:nvSpPr>
          <p:cNvPr id="269" name="Google Shape;269;p32"/>
          <p:cNvSpPr txBox="1"/>
          <p:nvPr>
            <p:ph idx="1" type="subTitle"/>
          </p:nvPr>
        </p:nvSpPr>
        <p:spPr>
          <a:xfrm>
            <a:off x="1911600" y="1389225"/>
            <a:ext cx="5320800" cy="49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HISTORY AND VISION</a:t>
            </a:r>
            <a:endParaRPr/>
          </a:p>
        </p:txBody>
      </p:sp>
      <p:sp>
        <p:nvSpPr>
          <p:cNvPr id="270" name="Google Shape;270;p32"/>
          <p:cNvSpPr txBox="1"/>
          <p:nvPr>
            <p:ph idx="2" type="subTitle"/>
          </p:nvPr>
        </p:nvSpPr>
        <p:spPr>
          <a:xfrm>
            <a:off x="1911600" y="2881167"/>
            <a:ext cx="5320800" cy="49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MANAGEMENT TEAM</a:t>
            </a:r>
            <a:endParaRPr/>
          </a:p>
        </p:txBody>
      </p:sp>
      <p:sp>
        <p:nvSpPr>
          <p:cNvPr id="271" name="Google Shape;271;p32"/>
          <p:cNvSpPr txBox="1"/>
          <p:nvPr>
            <p:ph idx="3" type="subTitle"/>
          </p:nvPr>
        </p:nvSpPr>
        <p:spPr>
          <a:xfrm>
            <a:off x="1911600" y="1832072"/>
            <a:ext cx="5320800" cy="93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Provide a brief history of your company, including when it was founded and its evolution over time. Then, describe your company's vision for the future and its long-term objectives</a:t>
            </a:r>
            <a:endParaRPr/>
          </a:p>
        </p:txBody>
      </p:sp>
      <p:sp>
        <p:nvSpPr>
          <p:cNvPr id="272" name="Google Shape;272;p32"/>
          <p:cNvSpPr txBox="1"/>
          <p:nvPr>
            <p:ph idx="4" type="subTitle"/>
          </p:nvPr>
        </p:nvSpPr>
        <p:spPr>
          <a:xfrm>
            <a:off x="1911600" y="3324025"/>
            <a:ext cx="5320800" cy="93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Describe the key members of your team, their roles and responsibilities, and their relevant industry experience. Highlight any unique skills or qualifications that set your team apart from competitors to establish credibility with potential investors or partners</a:t>
            </a:r>
            <a:endParaRPr/>
          </a:p>
        </p:txBody>
      </p:sp>
      <p:cxnSp>
        <p:nvCxnSpPr>
          <p:cNvPr id="273" name="Google Shape;273;p32"/>
          <p:cNvCxnSpPr/>
          <p:nvPr/>
        </p:nvCxnSpPr>
        <p:spPr>
          <a:xfrm>
            <a:off x="566675" y="1061375"/>
            <a:ext cx="0" cy="17631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7" name="Shape 277"/>
        <p:cNvGrpSpPr/>
        <p:nvPr/>
      </p:nvGrpSpPr>
      <p:grpSpPr>
        <a:xfrm>
          <a:off x="0" y="0"/>
          <a:ext cx="0" cy="0"/>
          <a:chOff x="0" y="0"/>
          <a:chExt cx="0" cy="0"/>
        </a:xfrm>
      </p:grpSpPr>
      <p:sp>
        <p:nvSpPr>
          <p:cNvPr id="278" name="Google Shape;278;p33"/>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ANALYSIS</a:t>
            </a:r>
            <a:endParaRPr/>
          </a:p>
        </p:txBody>
      </p:sp>
      <p:sp>
        <p:nvSpPr>
          <p:cNvPr id="279" name="Google Shape;279;p33"/>
          <p:cNvSpPr txBox="1"/>
          <p:nvPr>
            <p:ph idx="1" type="subTitle"/>
          </p:nvPr>
        </p:nvSpPr>
        <p:spPr>
          <a:xfrm>
            <a:off x="1376850" y="1271600"/>
            <a:ext cx="6390300" cy="45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INDUSTRY OVERVIEW</a:t>
            </a:r>
            <a:endParaRPr/>
          </a:p>
        </p:txBody>
      </p:sp>
      <p:sp>
        <p:nvSpPr>
          <p:cNvPr id="280" name="Google Shape;280;p33"/>
          <p:cNvSpPr txBox="1"/>
          <p:nvPr>
            <p:ph idx="2" type="subTitle"/>
          </p:nvPr>
        </p:nvSpPr>
        <p:spPr>
          <a:xfrm>
            <a:off x="1376850" y="1653390"/>
            <a:ext cx="6390300" cy="73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Provide a brief overview of your industry, including its size and growth trends. Identify key players in the market and any regulatory or technological changes that could impact your business or company</a:t>
            </a:r>
            <a:endParaRPr/>
          </a:p>
        </p:txBody>
      </p:sp>
      <p:sp>
        <p:nvSpPr>
          <p:cNvPr id="281" name="Google Shape;281;p33"/>
          <p:cNvSpPr txBox="1"/>
          <p:nvPr>
            <p:ph idx="3" type="subTitle"/>
          </p:nvPr>
        </p:nvSpPr>
        <p:spPr>
          <a:xfrm>
            <a:off x="1376850" y="2358768"/>
            <a:ext cx="6390300" cy="45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TARGET MARKET</a:t>
            </a:r>
            <a:endParaRPr/>
          </a:p>
        </p:txBody>
      </p:sp>
      <p:sp>
        <p:nvSpPr>
          <p:cNvPr id="282" name="Google Shape;282;p33"/>
          <p:cNvSpPr txBox="1"/>
          <p:nvPr>
            <p:ph idx="4" type="subTitle"/>
          </p:nvPr>
        </p:nvSpPr>
        <p:spPr>
          <a:xfrm>
            <a:off x="1376850" y="2740558"/>
            <a:ext cx="6390300" cy="73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Describe your target customer segment(s) in detail, including demographics and psychographics, and explain why they represent an opportunity for your product or service</a:t>
            </a:r>
            <a:endParaRPr/>
          </a:p>
        </p:txBody>
      </p:sp>
      <p:sp>
        <p:nvSpPr>
          <p:cNvPr id="283" name="Google Shape;283;p33"/>
          <p:cNvSpPr txBox="1"/>
          <p:nvPr>
            <p:ph idx="5" type="subTitle"/>
          </p:nvPr>
        </p:nvSpPr>
        <p:spPr>
          <a:xfrm>
            <a:off x="1376850" y="3445935"/>
            <a:ext cx="6390300" cy="45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COMPETITIVE LANDSCAPE</a:t>
            </a:r>
            <a:endParaRPr/>
          </a:p>
        </p:txBody>
      </p:sp>
      <p:sp>
        <p:nvSpPr>
          <p:cNvPr id="284" name="Google Shape;284;p33"/>
          <p:cNvSpPr txBox="1"/>
          <p:nvPr>
            <p:ph idx="6" type="subTitle"/>
          </p:nvPr>
        </p:nvSpPr>
        <p:spPr>
          <a:xfrm>
            <a:off x="1376850" y="3827725"/>
            <a:ext cx="6390300" cy="73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Analyze the competitive landscape for your industry, identify key competitors and their strengths and weaknesses. Then, you can explain how you plan to differentiate yourself and your business from them</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34"/>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PRODUCTS OR SERVICES</a:t>
            </a:r>
            <a:endParaRPr/>
          </a:p>
        </p:txBody>
      </p:sp>
      <p:sp>
        <p:nvSpPr>
          <p:cNvPr id="290" name="Google Shape;290;p34"/>
          <p:cNvSpPr txBox="1"/>
          <p:nvPr>
            <p:ph idx="1" type="subTitle"/>
          </p:nvPr>
        </p:nvSpPr>
        <p:spPr>
          <a:xfrm>
            <a:off x="1074163" y="1363625"/>
            <a:ext cx="34164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DESCRIPTIONS</a:t>
            </a:r>
            <a:endParaRPr/>
          </a:p>
        </p:txBody>
      </p:sp>
      <p:sp>
        <p:nvSpPr>
          <p:cNvPr id="291" name="Google Shape;291;p34"/>
          <p:cNvSpPr txBox="1"/>
          <p:nvPr>
            <p:ph idx="2" type="subTitle"/>
          </p:nvPr>
        </p:nvSpPr>
        <p:spPr>
          <a:xfrm>
            <a:off x="1074163" y="1738925"/>
            <a:ext cx="34164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Provide a detailed description of your products or services, highlighting their features and benefits. Use images or videos to help illustrate your product/service</a:t>
            </a:r>
            <a:endParaRPr/>
          </a:p>
        </p:txBody>
      </p:sp>
      <p:sp>
        <p:nvSpPr>
          <p:cNvPr id="292" name="Google Shape;292;p34"/>
          <p:cNvSpPr txBox="1"/>
          <p:nvPr>
            <p:ph idx="3" type="subTitle"/>
          </p:nvPr>
        </p:nvSpPr>
        <p:spPr>
          <a:xfrm>
            <a:off x="4653438" y="1363625"/>
            <a:ext cx="34164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PRICING STRATEGY</a:t>
            </a:r>
            <a:endParaRPr/>
          </a:p>
        </p:txBody>
      </p:sp>
      <p:sp>
        <p:nvSpPr>
          <p:cNvPr id="293" name="Google Shape;293;p34"/>
          <p:cNvSpPr txBox="1"/>
          <p:nvPr>
            <p:ph idx="4" type="subTitle"/>
          </p:nvPr>
        </p:nvSpPr>
        <p:spPr>
          <a:xfrm>
            <a:off x="4653438" y="1738925"/>
            <a:ext cx="34164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 your pricing strategy, including any discounts or promotions you offer. Explain how you arrived at your pricing model and why it is so competitive</a:t>
            </a:r>
            <a:endParaRPr/>
          </a:p>
        </p:txBody>
      </p:sp>
      <p:sp>
        <p:nvSpPr>
          <p:cNvPr id="294" name="Google Shape;294;p34"/>
          <p:cNvSpPr txBox="1"/>
          <p:nvPr>
            <p:ph idx="5" type="subTitle"/>
          </p:nvPr>
        </p:nvSpPr>
        <p:spPr>
          <a:xfrm>
            <a:off x="1074163" y="2959575"/>
            <a:ext cx="34164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DEVELOPMENT</a:t>
            </a:r>
            <a:endParaRPr/>
          </a:p>
        </p:txBody>
      </p:sp>
      <p:sp>
        <p:nvSpPr>
          <p:cNvPr id="295" name="Google Shape;295;p34"/>
          <p:cNvSpPr txBox="1"/>
          <p:nvPr>
            <p:ph idx="6" type="subTitle"/>
          </p:nvPr>
        </p:nvSpPr>
        <p:spPr>
          <a:xfrm>
            <a:off x="1074163" y="3334875"/>
            <a:ext cx="34164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Share any plans you have for developing new products or services in the future. Explain how these offerings will address a need in the market and differentiate from others</a:t>
            </a:r>
            <a:endParaRPr/>
          </a:p>
        </p:txBody>
      </p:sp>
      <p:sp>
        <p:nvSpPr>
          <p:cNvPr id="296" name="Google Shape;296;p34"/>
          <p:cNvSpPr txBox="1"/>
          <p:nvPr>
            <p:ph idx="7" type="subTitle"/>
          </p:nvPr>
        </p:nvSpPr>
        <p:spPr>
          <a:xfrm>
            <a:off x="4653438" y="2959575"/>
            <a:ext cx="34164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CUSTOMER SUPPORT</a:t>
            </a:r>
            <a:endParaRPr/>
          </a:p>
        </p:txBody>
      </p:sp>
      <p:sp>
        <p:nvSpPr>
          <p:cNvPr id="297" name="Google Shape;297;p34"/>
          <p:cNvSpPr txBox="1"/>
          <p:nvPr>
            <p:ph idx="8" type="subTitle"/>
          </p:nvPr>
        </p:nvSpPr>
        <p:spPr>
          <a:xfrm>
            <a:off x="4653438" y="3334875"/>
            <a:ext cx="34164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Describe customer support services offered, including technical support, training, and warranties/guarantees. Highlight customer success stories to demonstrate effectiveness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1" name="Shape 301"/>
        <p:cNvGrpSpPr/>
        <p:nvPr/>
      </p:nvGrpSpPr>
      <p:grpSpPr>
        <a:xfrm>
          <a:off x="0" y="0"/>
          <a:ext cx="0" cy="0"/>
          <a:chOff x="0" y="0"/>
          <a:chExt cx="0" cy="0"/>
        </a:xfrm>
      </p:grpSpPr>
      <p:sp>
        <p:nvSpPr>
          <p:cNvPr id="302" name="Google Shape;302;p35"/>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MK &amp; SALES STRATEGY</a:t>
            </a:r>
            <a:endParaRPr/>
          </a:p>
        </p:txBody>
      </p:sp>
      <p:sp>
        <p:nvSpPr>
          <p:cNvPr id="303" name="Google Shape;303;p35"/>
          <p:cNvSpPr txBox="1"/>
          <p:nvPr>
            <p:ph idx="1" type="subTitle"/>
          </p:nvPr>
        </p:nvSpPr>
        <p:spPr>
          <a:xfrm>
            <a:off x="719075" y="1289900"/>
            <a:ext cx="2533500" cy="7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TARGET MARKET</a:t>
            </a:r>
            <a:endParaRPr/>
          </a:p>
        </p:txBody>
      </p:sp>
      <p:sp>
        <p:nvSpPr>
          <p:cNvPr id="304" name="Google Shape;304;p35"/>
          <p:cNvSpPr txBox="1"/>
          <p:nvPr>
            <p:ph idx="2" type="subTitle"/>
          </p:nvPr>
        </p:nvSpPr>
        <p:spPr>
          <a:xfrm>
            <a:off x="719075" y="1891336"/>
            <a:ext cx="25335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Identify your target audience, including demographics, psychographics, and </a:t>
            </a:r>
            <a:endParaRPr/>
          </a:p>
          <a:p>
            <a:pPr indent="0" lvl="0" marL="0" rtl="0" algn="ctr">
              <a:spcBef>
                <a:spcPts val="0"/>
              </a:spcBef>
              <a:spcAft>
                <a:spcPts val="0"/>
              </a:spcAft>
              <a:buNone/>
            </a:pPr>
            <a:r>
              <a:rPr lang="en"/>
              <a:t>buyer personas</a:t>
            </a:r>
            <a:endParaRPr/>
          </a:p>
        </p:txBody>
      </p:sp>
      <p:sp>
        <p:nvSpPr>
          <p:cNvPr id="305" name="Google Shape;305;p35"/>
          <p:cNvSpPr txBox="1"/>
          <p:nvPr>
            <p:ph idx="3" type="subTitle"/>
          </p:nvPr>
        </p:nvSpPr>
        <p:spPr>
          <a:xfrm>
            <a:off x="3319063" y="1289900"/>
            <a:ext cx="2533500" cy="7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VALUE PROPOSITION</a:t>
            </a:r>
            <a:endParaRPr/>
          </a:p>
        </p:txBody>
      </p:sp>
      <p:sp>
        <p:nvSpPr>
          <p:cNvPr id="306" name="Google Shape;306;p35"/>
          <p:cNvSpPr txBox="1"/>
          <p:nvPr>
            <p:ph idx="4" type="subTitle"/>
          </p:nvPr>
        </p:nvSpPr>
        <p:spPr>
          <a:xfrm>
            <a:off x="3319063" y="1891336"/>
            <a:ext cx="25335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Clearly communicate the unique value that your product or service provides to customers compared</a:t>
            </a:r>
            <a:endParaRPr/>
          </a:p>
          <a:p>
            <a:pPr indent="0" lvl="0" marL="0" rtl="0" algn="ctr">
              <a:spcBef>
                <a:spcPts val="0"/>
              </a:spcBef>
              <a:spcAft>
                <a:spcPts val="0"/>
              </a:spcAft>
              <a:buNone/>
            </a:pPr>
            <a:r>
              <a:rPr lang="en"/>
              <a:t>to competitors</a:t>
            </a:r>
            <a:endParaRPr/>
          </a:p>
        </p:txBody>
      </p:sp>
      <p:sp>
        <p:nvSpPr>
          <p:cNvPr id="307" name="Google Shape;307;p35"/>
          <p:cNvSpPr txBox="1"/>
          <p:nvPr>
            <p:ph idx="5" type="subTitle"/>
          </p:nvPr>
        </p:nvSpPr>
        <p:spPr>
          <a:xfrm>
            <a:off x="5919050" y="1289900"/>
            <a:ext cx="2533500" cy="7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MARKETING CHANNELS</a:t>
            </a:r>
            <a:endParaRPr/>
          </a:p>
        </p:txBody>
      </p:sp>
      <p:sp>
        <p:nvSpPr>
          <p:cNvPr id="308" name="Google Shape;308;p35"/>
          <p:cNvSpPr txBox="1"/>
          <p:nvPr>
            <p:ph idx="6" type="subTitle"/>
          </p:nvPr>
        </p:nvSpPr>
        <p:spPr>
          <a:xfrm>
            <a:off x="5919050" y="1891336"/>
            <a:ext cx="25335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Outline the channels you will use to reach your target market, such</a:t>
            </a:r>
            <a:endParaRPr/>
          </a:p>
          <a:p>
            <a:pPr indent="0" lvl="0" marL="0" rtl="0" algn="ctr">
              <a:spcBef>
                <a:spcPts val="0"/>
              </a:spcBef>
              <a:spcAft>
                <a:spcPts val="0"/>
              </a:spcAft>
              <a:buNone/>
            </a:pPr>
            <a:r>
              <a:rPr lang="en"/>
              <a:t>as social media or email marketing</a:t>
            </a:r>
            <a:endParaRPr/>
          </a:p>
        </p:txBody>
      </p:sp>
      <p:sp>
        <p:nvSpPr>
          <p:cNvPr id="309" name="Google Shape;309;p35"/>
          <p:cNvSpPr txBox="1"/>
          <p:nvPr>
            <p:ph idx="7" type="subTitle"/>
          </p:nvPr>
        </p:nvSpPr>
        <p:spPr>
          <a:xfrm>
            <a:off x="719075" y="3027554"/>
            <a:ext cx="2533500" cy="7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SALES PROCESS</a:t>
            </a:r>
            <a:endParaRPr/>
          </a:p>
        </p:txBody>
      </p:sp>
      <p:sp>
        <p:nvSpPr>
          <p:cNvPr id="310" name="Google Shape;310;p35"/>
          <p:cNvSpPr txBox="1"/>
          <p:nvPr>
            <p:ph idx="8" type="subTitle"/>
          </p:nvPr>
        </p:nvSpPr>
        <p:spPr>
          <a:xfrm>
            <a:off x="719075" y="3629104"/>
            <a:ext cx="25335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Describe how you plan to convert leads into customers through your sales process</a:t>
            </a:r>
            <a:endParaRPr/>
          </a:p>
        </p:txBody>
      </p:sp>
      <p:sp>
        <p:nvSpPr>
          <p:cNvPr id="311" name="Google Shape;311;p35"/>
          <p:cNvSpPr txBox="1"/>
          <p:nvPr>
            <p:ph idx="9" type="subTitle"/>
          </p:nvPr>
        </p:nvSpPr>
        <p:spPr>
          <a:xfrm>
            <a:off x="3319063" y="3027554"/>
            <a:ext cx="2533500" cy="7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COMPETITIVE ANALYSIS</a:t>
            </a:r>
            <a:endParaRPr/>
          </a:p>
        </p:txBody>
      </p:sp>
      <p:sp>
        <p:nvSpPr>
          <p:cNvPr id="312" name="Google Shape;312;p35"/>
          <p:cNvSpPr txBox="1"/>
          <p:nvPr>
            <p:ph idx="13" type="subTitle"/>
          </p:nvPr>
        </p:nvSpPr>
        <p:spPr>
          <a:xfrm>
            <a:off x="3319063" y="3629104"/>
            <a:ext cx="25335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Analyze the strengths and weaknesses of your competitors in terms of their products /services, pricing strategy…</a:t>
            </a:r>
            <a:endParaRPr/>
          </a:p>
        </p:txBody>
      </p:sp>
      <p:sp>
        <p:nvSpPr>
          <p:cNvPr id="313" name="Google Shape;313;p35"/>
          <p:cNvSpPr txBox="1"/>
          <p:nvPr>
            <p:ph idx="14" type="subTitle"/>
          </p:nvPr>
        </p:nvSpPr>
        <p:spPr>
          <a:xfrm>
            <a:off x="5919050" y="3027554"/>
            <a:ext cx="2533500" cy="7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METRIC AND GOALS</a:t>
            </a:r>
            <a:endParaRPr/>
          </a:p>
        </p:txBody>
      </p:sp>
      <p:sp>
        <p:nvSpPr>
          <p:cNvPr id="314" name="Google Shape;314;p35"/>
          <p:cNvSpPr txBox="1"/>
          <p:nvPr>
            <p:ph idx="15" type="subTitle"/>
          </p:nvPr>
        </p:nvSpPr>
        <p:spPr>
          <a:xfrm>
            <a:off x="5919050" y="3629104"/>
            <a:ext cx="2533500" cy="8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Define key performance indicators (KPIs) that measure the success of your marketing and sales efforts. Set specific goals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 name="Shape 318"/>
        <p:cNvGrpSpPr/>
        <p:nvPr/>
      </p:nvGrpSpPr>
      <p:grpSpPr>
        <a:xfrm>
          <a:off x="0" y="0"/>
          <a:ext cx="0" cy="0"/>
          <a:chOff x="0" y="0"/>
          <a:chExt cx="0" cy="0"/>
        </a:xfrm>
      </p:grpSpPr>
      <p:sp>
        <p:nvSpPr>
          <p:cNvPr id="319" name="Google Shape;319;p36"/>
          <p:cNvSpPr txBox="1"/>
          <p:nvPr>
            <p:ph type="title"/>
          </p:nvPr>
        </p:nvSpPr>
        <p:spPr>
          <a:xfrm>
            <a:off x="1783350" y="1683000"/>
            <a:ext cx="5577300" cy="107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$4,025,548</a:t>
            </a:r>
            <a:endParaRPr/>
          </a:p>
        </p:txBody>
      </p:sp>
      <p:sp>
        <p:nvSpPr>
          <p:cNvPr id="320" name="Google Shape;320;p36"/>
          <p:cNvSpPr txBox="1"/>
          <p:nvPr>
            <p:ph idx="1" type="subTitle"/>
          </p:nvPr>
        </p:nvSpPr>
        <p:spPr>
          <a:xfrm>
            <a:off x="2773800" y="2759400"/>
            <a:ext cx="3596400" cy="70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Budget for the new products/services of the company</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 name="Shape 324"/>
        <p:cNvGrpSpPr/>
        <p:nvPr/>
      </p:nvGrpSpPr>
      <p:grpSpPr>
        <a:xfrm>
          <a:off x="0" y="0"/>
          <a:ext cx="0" cy="0"/>
          <a:chOff x="0" y="0"/>
          <a:chExt cx="0" cy="0"/>
        </a:xfrm>
      </p:grpSpPr>
      <p:sp>
        <p:nvSpPr>
          <p:cNvPr id="325" name="Google Shape;325;p37"/>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BUDGET FOR THIS QUARTER</a:t>
            </a:r>
            <a:endParaRPr/>
          </a:p>
        </p:txBody>
      </p:sp>
      <p:pic>
        <p:nvPicPr>
          <p:cNvPr id="326" name="Google Shape;326;p37" title="Gráfico">
            <a:hlinkClick r:id="rId3"/>
          </p:cNvPr>
          <p:cNvPicPr preferRelativeResize="0"/>
          <p:nvPr/>
        </p:nvPicPr>
        <p:blipFill>
          <a:blip r:embed="rId4">
            <a:alphaModFix/>
          </a:blip>
          <a:stretch>
            <a:fillRect/>
          </a:stretch>
        </p:blipFill>
        <p:spPr>
          <a:xfrm>
            <a:off x="3628575" y="1297825"/>
            <a:ext cx="4802199" cy="2969375"/>
          </a:xfrm>
          <a:prstGeom prst="rect">
            <a:avLst/>
          </a:prstGeom>
          <a:noFill/>
          <a:ln>
            <a:noFill/>
          </a:ln>
        </p:spPr>
      </p:pic>
      <p:sp>
        <p:nvSpPr>
          <p:cNvPr id="327" name="Google Shape;327;p37"/>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rimo"/>
                <a:ea typeface="Arimo"/>
                <a:cs typeface="Arimo"/>
                <a:sym typeface="Arimo"/>
              </a:rPr>
              <a:t>Follow the link in the graph to modify its data and then paste the new one here. </a:t>
            </a:r>
            <a:r>
              <a:rPr b="1" lang="en" sz="1000" u="sng">
                <a:solidFill>
                  <a:schemeClr val="dk1"/>
                </a:solidFill>
                <a:latin typeface="Arimo"/>
                <a:ea typeface="Arimo"/>
                <a:cs typeface="Arimo"/>
                <a:sym typeface="Arimo"/>
                <a:hlinkClick r:id="rId5">
                  <a:extLst>
                    <a:ext uri="{A12FA001-AC4F-418D-AE19-62706E023703}">
                      <ahyp:hlinkClr val="tx"/>
                    </a:ext>
                  </a:extLst>
                </a:hlinkClick>
              </a:rPr>
              <a:t>For more info, click here</a:t>
            </a:r>
            <a:endParaRPr b="1" sz="1000" u="sng">
              <a:solidFill>
                <a:schemeClr val="dk1"/>
              </a:solidFill>
              <a:latin typeface="Arimo"/>
              <a:ea typeface="Arimo"/>
              <a:cs typeface="Arimo"/>
              <a:sym typeface="Arimo"/>
            </a:endParaRPr>
          </a:p>
        </p:txBody>
      </p:sp>
      <p:sp>
        <p:nvSpPr>
          <p:cNvPr id="328" name="Google Shape;328;p37"/>
          <p:cNvSpPr txBox="1"/>
          <p:nvPr/>
        </p:nvSpPr>
        <p:spPr>
          <a:xfrm>
            <a:off x="1078325" y="1327550"/>
            <a:ext cx="23466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900">
                <a:solidFill>
                  <a:schemeClr val="dk1"/>
                </a:solidFill>
                <a:latin typeface="Lexend Exa"/>
                <a:ea typeface="Lexend Exa"/>
                <a:cs typeface="Lexend Exa"/>
                <a:sym typeface="Lexend Exa"/>
              </a:rPr>
              <a:t>Q1</a:t>
            </a:r>
            <a:endParaRPr b="1" sz="1900">
              <a:solidFill>
                <a:schemeClr val="dk1"/>
              </a:solidFill>
              <a:latin typeface="Lexend Exa"/>
              <a:ea typeface="Lexend Exa"/>
              <a:cs typeface="Lexend Exa"/>
              <a:sym typeface="Lexend Exa"/>
            </a:endParaRPr>
          </a:p>
        </p:txBody>
      </p:sp>
      <p:sp>
        <p:nvSpPr>
          <p:cNvPr id="329" name="Google Shape;329;p37"/>
          <p:cNvSpPr txBox="1"/>
          <p:nvPr/>
        </p:nvSpPr>
        <p:spPr>
          <a:xfrm>
            <a:off x="1078325" y="1685100"/>
            <a:ext cx="2346600" cy="91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a:ea typeface="Arimo"/>
                <a:cs typeface="Arimo"/>
                <a:sym typeface="Arimo"/>
              </a:rPr>
              <a:t>"With the innovative approach and unique features, we aim to capture a significant portion of the $100 million"</a:t>
            </a:r>
            <a:endParaRPr sz="1200">
              <a:solidFill>
                <a:schemeClr val="dk1"/>
              </a:solidFill>
              <a:latin typeface="Arimo"/>
              <a:ea typeface="Arimo"/>
              <a:cs typeface="Arimo"/>
              <a:sym typeface="Arimo"/>
            </a:endParaRPr>
          </a:p>
        </p:txBody>
      </p:sp>
      <p:sp>
        <p:nvSpPr>
          <p:cNvPr id="330" name="Google Shape;330;p37"/>
          <p:cNvSpPr/>
          <p:nvPr/>
        </p:nvSpPr>
        <p:spPr>
          <a:xfrm>
            <a:off x="713225" y="1396207"/>
            <a:ext cx="288900" cy="28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331" name="Google Shape;331;p37"/>
          <p:cNvSpPr txBox="1"/>
          <p:nvPr/>
        </p:nvSpPr>
        <p:spPr>
          <a:xfrm>
            <a:off x="1078325" y="2935600"/>
            <a:ext cx="23466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900">
                <a:solidFill>
                  <a:schemeClr val="dk1"/>
                </a:solidFill>
                <a:latin typeface="Lexend Exa"/>
                <a:ea typeface="Lexend Exa"/>
                <a:cs typeface="Lexend Exa"/>
                <a:sym typeface="Lexend Exa"/>
              </a:rPr>
              <a:t>Q2</a:t>
            </a:r>
            <a:endParaRPr b="1" sz="1900">
              <a:solidFill>
                <a:schemeClr val="dk1"/>
              </a:solidFill>
              <a:latin typeface="Lexend Exa"/>
              <a:ea typeface="Lexend Exa"/>
              <a:cs typeface="Lexend Exa"/>
              <a:sym typeface="Lexend Exa"/>
            </a:endParaRPr>
          </a:p>
        </p:txBody>
      </p:sp>
      <p:sp>
        <p:nvSpPr>
          <p:cNvPr id="332" name="Google Shape;332;p37"/>
          <p:cNvSpPr txBox="1"/>
          <p:nvPr/>
        </p:nvSpPr>
        <p:spPr>
          <a:xfrm>
            <a:off x="1078325" y="3293150"/>
            <a:ext cx="2346600" cy="91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a:ea typeface="Arimo"/>
                <a:cs typeface="Arimo"/>
                <a:sym typeface="Arimo"/>
              </a:rPr>
              <a:t>"The research indicates that the market for [product/service] is projected to reach $20 million by next year"</a:t>
            </a:r>
            <a:endParaRPr sz="1200">
              <a:solidFill>
                <a:schemeClr val="dk1"/>
              </a:solidFill>
              <a:latin typeface="Arimo"/>
              <a:ea typeface="Arimo"/>
              <a:cs typeface="Arimo"/>
              <a:sym typeface="Arimo"/>
            </a:endParaRPr>
          </a:p>
        </p:txBody>
      </p:sp>
      <p:sp>
        <p:nvSpPr>
          <p:cNvPr id="333" name="Google Shape;333;p37"/>
          <p:cNvSpPr/>
          <p:nvPr/>
        </p:nvSpPr>
        <p:spPr>
          <a:xfrm>
            <a:off x="713225" y="3004257"/>
            <a:ext cx="288900" cy="288900"/>
          </a:xfrm>
          <a:prstGeom prst="rect">
            <a:avLst/>
          </a:prstGeom>
          <a:solidFill>
            <a:schemeClr val="lt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7" name="Shape 337"/>
        <p:cNvGrpSpPr/>
        <p:nvPr/>
      </p:nvGrpSpPr>
      <p:grpSpPr>
        <a:xfrm>
          <a:off x="0" y="0"/>
          <a:ext cx="0" cy="0"/>
          <a:chOff x="0" y="0"/>
          <a:chExt cx="0" cy="0"/>
        </a:xfrm>
      </p:grpSpPr>
      <p:pic>
        <p:nvPicPr>
          <p:cNvPr id="338" name="Google Shape;338;p38"/>
          <p:cNvPicPr preferRelativeResize="0"/>
          <p:nvPr/>
        </p:nvPicPr>
        <p:blipFill rotWithShape="1">
          <a:blip r:embed="rId3">
            <a:alphaModFix/>
          </a:blip>
          <a:srcRect b="52666" l="17154" r="15786" t="27799"/>
          <a:stretch/>
        </p:blipFill>
        <p:spPr>
          <a:xfrm>
            <a:off x="-47275" y="1788700"/>
            <a:ext cx="2679850" cy="1956749"/>
          </a:xfrm>
          <a:prstGeom prst="rect">
            <a:avLst/>
          </a:prstGeom>
          <a:noFill/>
          <a:ln>
            <a:noFill/>
          </a:ln>
        </p:spPr>
      </p:pic>
      <p:pic>
        <p:nvPicPr>
          <p:cNvPr id="339" name="Google Shape;339;p38"/>
          <p:cNvPicPr preferRelativeResize="0"/>
          <p:nvPr/>
        </p:nvPicPr>
        <p:blipFill rotWithShape="1">
          <a:blip r:embed="rId3">
            <a:alphaModFix/>
          </a:blip>
          <a:srcRect b="52666" l="17154" r="15786" t="27799"/>
          <a:stretch/>
        </p:blipFill>
        <p:spPr>
          <a:xfrm>
            <a:off x="7339775" y="1177675"/>
            <a:ext cx="3955027" cy="831700"/>
          </a:xfrm>
          <a:prstGeom prst="rect">
            <a:avLst/>
          </a:prstGeom>
          <a:noFill/>
          <a:ln>
            <a:noFill/>
          </a:ln>
        </p:spPr>
      </p:pic>
      <p:pic>
        <p:nvPicPr>
          <p:cNvPr id="340" name="Google Shape;340;p38"/>
          <p:cNvPicPr preferRelativeResize="0"/>
          <p:nvPr/>
        </p:nvPicPr>
        <p:blipFill rotWithShape="1">
          <a:blip r:embed="rId4">
            <a:alphaModFix/>
          </a:blip>
          <a:srcRect b="15315" l="45323" r="44059" t="17777"/>
          <a:stretch/>
        </p:blipFill>
        <p:spPr>
          <a:xfrm>
            <a:off x="8759025" y="-8550"/>
            <a:ext cx="659549" cy="2886500"/>
          </a:xfrm>
          <a:prstGeom prst="rect">
            <a:avLst/>
          </a:prstGeom>
          <a:noFill/>
          <a:ln>
            <a:noFill/>
          </a:ln>
        </p:spPr>
      </p:pic>
      <p:cxnSp>
        <p:nvCxnSpPr>
          <p:cNvPr id="341" name="Google Shape;341;p38"/>
          <p:cNvCxnSpPr/>
          <p:nvPr/>
        </p:nvCxnSpPr>
        <p:spPr>
          <a:xfrm>
            <a:off x="338863" y="2436425"/>
            <a:ext cx="0" cy="2220300"/>
          </a:xfrm>
          <a:prstGeom prst="straightConnector1">
            <a:avLst/>
          </a:prstGeom>
          <a:noFill/>
          <a:ln cap="flat" cmpd="sng" w="19050">
            <a:solidFill>
              <a:schemeClr val="dk1"/>
            </a:solidFill>
            <a:prstDash val="solid"/>
            <a:round/>
            <a:headEnd len="med" w="med" type="none"/>
            <a:tailEnd len="med" w="med" type="none"/>
          </a:ln>
        </p:spPr>
      </p:cxnSp>
      <p:cxnSp>
        <p:nvCxnSpPr>
          <p:cNvPr id="342" name="Google Shape;342;p38"/>
          <p:cNvCxnSpPr/>
          <p:nvPr/>
        </p:nvCxnSpPr>
        <p:spPr>
          <a:xfrm>
            <a:off x="8936388" y="739650"/>
            <a:ext cx="0" cy="2929800"/>
          </a:xfrm>
          <a:prstGeom prst="straightConnector1">
            <a:avLst/>
          </a:prstGeom>
          <a:noFill/>
          <a:ln cap="flat" cmpd="sng" w="19050">
            <a:solidFill>
              <a:schemeClr val="dk1"/>
            </a:solidFill>
            <a:prstDash val="solid"/>
            <a:round/>
            <a:headEnd len="med" w="med" type="none"/>
            <a:tailEnd len="med" w="med" type="none"/>
          </a:ln>
        </p:spPr>
      </p:cxnSp>
      <p:sp>
        <p:nvSpPr>
          <p:cNvPr id="343" name="Google Shape;343;p38"/>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REVENUE INFORMATIO</a:t>
            </a:r>
            <a:r>
              <a:rPr lang="en"/>
              <a:t>N</a:t>
            </a:r>
            <a:endParaRPr/>
          </a:p>
        </p:txBody>
      </p:sp>
      <p:graphicFrame>
        <p:nvGraphicFramePr>
          <p:cNvPr id="344" name="Google Shape;344;p38"/>
          <p:cNvGraphicFramePr/>
          <p:nvPr/>
        </p:nvGraphicFramePr>
        <p:xfrm>
          <a:off x="854963" y="1267935"/>
          <a:ext cx="3000000" cy="3000000"/>
        </p:xfrm>
        <a:graphic>
          <a:graphicData uri="http://schemas.openxmlformats.org/drawingml/2006/table">
            <a:tbl>
              <a:tblPr>
                <a:noFill/>
                <a:tableStyleId>{0FECA4A4-5E11-4BDF-884E-A8D440D930B4}</a:tableStyleId>
              </a:tblPr>
              <a:tblGrid>
                <a:gridCol w="1611950"/>
                <a:gridCol w="1164425"/>
                <a:gridCol w="1164425"/>
                <a:gridCol w="1164425"/>
                <a:gridCol w="1164425"/>
                <a:gridCol w="1164425"/>
              </a:tblGrid>
              <a:tr h="404925">
                <a:tc>
                  <a:txBody>
                    <a:bodyPr/>
                    <a:lstStyle/>
                    <a:p>
                      <a:pPr indent="0" lvl="0" marL="0" rtl="0" algn="l">
                        <a:spcBef>
                          <a:spcPts val="0"/>
                        </a:spcBef>
                        <a:spcAft>
                          <a:spcPts val="0"/>
                        </a:spcAft>
                        <a:buNone/>
                      </a:pPr>
                      <a:r>
                        <a:t/>
                      </a:r>
                      <a:endParaRPr sz="1800">
                        <a:solidFill>
                          <a:schemeClr val="dk1"/>
                        </a:solidFill>
                        <a:latin typeface="Bebas Neue"/>
                        <a:ea typeface="Bebas Neue"/>
                        <a:cs typeface="Bebas Neue"/>
                        <a:sym typeface="Bebas Neue"/>
                      </a:endParaRPr>
                    </a:p>
                  </a:txBody>
                  <a:tcPr marT="68575" marB="68575"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900">
                          <a:solidFill>
                            <a:schemeClr val="dk1"/>
                          </a:solidFill>
                          <a:latin typeface="Lexend Exa"/>
                          <a:ea typeface="Lexend Exa"/>
                          <a:cs typeface="Lexend Exa"/>
                          <a:sym typeface="Lexend Exa"/>
                        </a:rPr>
                        <a:t>Q1</a:t>
                      </a:r>
                      <a:endParaRPr b="1" sz="1900">
                        <a:solidFill>
                          <a:schemeClr val="dk1"/>
                        </a:solidFill>
                        <a:latin typeface="Lexend Exa"/>
                        <a:ea typeface="Lexend Exa"/>
                        <a:cs typeface="Lexend Exa"/>
                        <a:sym typeface="Lexend Exa"/>
                      </a:endParaRPr>
                    </a:p>
                  </a:txBody>
                  <a:tcPr marT="68575" marB="6857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1900">
                          <a:solidFill>
                            <a:schemeClr val="dk1"/>
                          </a:solidFill>
                          <a:latin typeface="Lexend Exa"/>
                          <a:ea typeface="Lexend Exa"/>
                          <a:cs typeface="Lexend Exa"/>
                          <a:sym typeface="Lexend Exa"/>
                        </a:rPr>
                        <a:t>Q2</a:t>
                      </a:r>
                      <a:endParaRPr b="1" sz="1900">
                        <a:solidFill>
                          <a:schemeClr val="dk1"/>
                        </a:solidFill>
                        <a:latin typeface="Lexend Exa"/>
                        <a:ea typeface="Lexend Exa"/>
                        <a:cs typeface="Lexend Exa"/>
                        <a:sym typeface="Lexend Exa"/>
                      </a:endParaRPr>
                    </a:p>
                  </a:txBody>
                  <a:tcPr marT="68575" marB="6857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rgbClr val="000000"/>
                        </a:buClr>
                        <a:buSzPts val="1100"/>
                        <a:buFont typeface="Arial"/>
                        <a:buNone/>
                      </a:pPr>
                      <a:r>
                        <a:rPr b="1" lang="en" sz="1900">
                          <a:solidFill>
                            <a:schemeClr val="dk1"/>
                          </a:solidFill>
                          <a:latin typeface="Lexend Exa"/>
                          <a:ea typeface="Lexend Exa"/>
                          <a:cs typeface="Lexend Exa"/>
                          <a:sym typeface="Lexend Exa"/>
                        </a:rPr>
                        <a:t>Q3</a:t>
                      </a:r>
                      <a:endParaRPr b="1" sz="1900">
                        <a:solidFill>
                          <a:schemeClr val="dk1"/>
                        </a:solidFill>
                        <a:latin typeface="Lexend Exa"/>
                        <a:ea typeface="Lexend Exa"/>
                        <a:cs typeface="Lexend Exa"/>
                        <a:sym typeface="Lexend Exa"/>
                      </a:endParaRPr>
                    </a:p>
                  </a:txBody>
                  <a:tcPr marT="68575" marB="6857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1900">
                          <a:solidFill>
                            <a:schemeClr val="dk1"/>
                          </a:solidFill>
                          <a:latin typeface="Lexend Exa"/>
                          <a:ea typeface="Lexend Exa"/>
                          <a:cs typeface="Lexend Exa"/>
                          <a:sym typeface="Lexend Exa"/>
                        </a:rPr>
                        <a:t>Q4</a:t>
                      </a:r>
                      <a:endParaRPr b="1" sz="1900">
                        <a:solidFill>
                          <a:schemeClr val="dk1"/>
                        </a:solidFill>
                        <a:latin typeface="Lexend Exa"/>
                        <a:ea typeface="Lexend Exa"/>
                        <a:cs typeface="Lexend Exa"/>
                        <a:sym typeface="Lexend Exa"/>
                      </a:endParaRPr>
                    </a:p>
                  </a:txBody>
                  <a:tcPr marT="68575" marB="6857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1900">
                          <a:solidFill>
                            <a:schemeClr val="dk1"/>
                          </a:solidFill>
                          <a:latin typeface="Lexend Exa"/>
                          <a:ea typeface="Lexend Exa"/>
                          <a:cs typeface="Lexend Exa"/>
                          <a:sym typeface="Lexend Exa"/>
                        </a:rPr>
                        <a:t>Total</a:t>
                      </a:r>
                      <a:endParaRPr b="1" sz="1900">
                        <a:solidFill>
                          <a:schemeClr val="dk1"/>
                        </a:solidFill>
                        <a:latin typeface="Lexend Exa"/>
                        <a:ea typeface="Lexend Exa"/>
                        <a:cs typeface="Lexend Exa"/>
                        <a:sym typeface="Lexend Exa"/>
                      </a:endParaRPr>
                    </a:p>
                  </a:txBody>
                  <a:tcPr marT="68575" marB="6857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sz="1200">
                          <a:solidFill>
                            <a:schemeClr val="dk1"/>
                          </a:solidFill>
                          <a:latin typeface="Arimo"/>
                          <a:ea typeface="Arimo"/>
                          <a:cs typeface="Arimo"/>
                          <a:sym typeface="Arimo"/>
                        </a:rPr>
                        <a:t>Product sales</a:t>
                      </a:r>
                      <a:endParaRPr b="1" sz="1200">
                        <a:solidFill>
                          <a:schemeClr val="dk1"/>
                        </a:solidFill>
                        <a:latin typeface="Arimo"/>
                        <a:ea typeface="Arimo"/>
                        <a:cs typeface="Arimo"/>
                        <a:sym typeface="Arimo"/>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$50,000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$60,000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$75,000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$90,000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$275,000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sz="1200">
                          <a:solidFill>
                            <a:schemeClr val="dk1"/>
                          </a:solidFill>
                          <a:latin typeface="Arimo"/>
                          <a:ea typeface="Arimo"/>
                          <a:cs typeface="Arimo"/>
                          <a:sym typeface="Arimo"/>
                        </a:rPr>
                        <a:t>Labor</a:t>
                      </a:r>
                      <a:endParaRPr b="1" sz="1200">
                        <a:solidFill>
                          <a:schemeClr val="dk1"/>
                        </a:solidFill>
                        <a:latin typeface="Arimo"/>
                        <a:ea typeface="Arimo"/>
                        <a:cs typeface="Arimo"/>
                        <a:sym typeface="Arimo"/>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$20,000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$24,000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$30,000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$36,000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$110,000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sz="1200">
                          <a:solidFill>
                            <a:schemeClr val="dk1"/>
                          </a:solidFill>
                          <a:latin typeface="Arimo"/>
                          <a:ea typeface="Arimo"/>
                          <a:cs typeface="Arimo"/>
                          <a:sym typeface="Arimo"/>
                        </a:rPr>
                        <a:t>Salaries</a:t>
                      </a:r>
                      <a:endParaRPr b="1" sz="1200">
                        <a:solidFill>
                          <a:schemeClr val="dk1"/>
                        </a:solidFill>
                        <a:latin typeface="Arimo"/>
                        <a:ea typeface="Arimo"/>
                        <a:cs typeface="Arimo"/>
                        <a:sym typeface="Arimo"/>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$15,000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$18,000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$20,000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$24,000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$77,000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sz="1200">
                          <a:solidFill>
                            <a:schemeClr val="dk1"/>
                          </a:solidFill>
                          <a:latin typeface="Arimo"/>
                          <a:ea typeface="Arimo"/>
                          <a:cs typeface="Arimo"/>
                          <a:sym typeface="Arimo"/>
                        </a:rPr>
                        <a:t>Marketing</a:t>
                      </a:r>
                      <a:endParaRPr b="1" sz="1200">
                        <a:solidFill>
                          <a:schemeClr val="dk1"/>
                        </a:solidFill>
                        <a:latin typeface="Arimo"/>
                        <a:ea typeface="Arimo"/>
                        <a:cs typeface="Arimo"/>
                        <a:sym typeface="Arimo"/>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$7,000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$8,000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$9,000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$10,000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$34,000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sz="1200">
                          <a:solidFill>
                            <a:schemeClr val="dk1"/>
                          </a:solidFill>
                          <a:latin typeface="Arimo"/>
                          <a:ea typeface="Arimo"/>
                          <a:cs typeface="Arimo"/>
                          <a:sym typeface="Arimo"/>
                        </a:rPr>
                        <a:t>Net income</a:t>
                      </a:r>
                      <a:endParaRPr b="1" sz="1200">
                        <a:solidFill>
                          <a:schemeClr val="dk1"/>
                        </a:solidFill>
                        <a:latin typeface="Arimo"/>
                        <a:ea typeface="Arimo"/>
                        <a:cs typeface="Arimo"/>
                        <a:sym typeface="Arimo"/>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$24,500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$26,750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$28,000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$34,250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$113,500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sz="1200">
                          <a:solidFill>
                            <a:schemeClr val="dk1"/>
                          </a:solidFill>
                          <a:latin typeface="Arimo"/>
                          <a:ea typeface="Arimo"/>
                          <a:cs typeface="Arimo"/>
                          <a:sym typeface="Arimo"/>
                        </a:rPr>
                        <a:t>Rent</a:t>
                      </a:r>
                      <a:endParaRPr b="1" sz="1200">
                        <a:solidFill>
                          <a:schemeClr val="dk1"/>
                        </a:solidFill>
                        <a:latin typeface="Arimo"/>
                        <a:ea typeface="Arimo"/>
                        <a:cs typeface="Arimo"/>
                        <a:sym typeface="Arimo"/>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$5,000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$5,000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$5,000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$5,000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$20,000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sz="1200">
                          <a:solidFill>
                            <a:schemeClr val="dk1"/>
                          </a:solidFill>
                          <a:latin typeface="Arimo"/>
                          <a:ea typeface="Arimo"/>
                          <a:cs typeface="Arimo"/>
                          <a:sym typeface="Arimo"/>
                        </a:rPr>
                        <a:t>Utilities</a:t>
                      </a:r>
                      <a:endParaRPr b="1" sz="1200">
                        <a:solidFill>
                          <a:schemeClr val="dk1"/>
                        </a:solidFill>
                        <a:latin typeface="Arimo"/>
                        <a:ea typeface="Arimo"/>
                        <a:cs typeface="Arimo"/>
                        <a:sym typeface="Arimo"/>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$1,500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$1,750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$2,000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$2,250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000">
                          <a:solidFill>
                            <a:schemeClr val="dk1"/>
                          </a:solidFill>
                          <a:latin typeface="Arimo"/>
                          <a:ea typeface="Arimo"/>
                          <a:cs typeface="Arimo"/>
                          <a:sym typeface="Arimo"/>
                        </a:rPr>
                        <a:t>$7,500</a:t>
                      </a:r>
                      <a:endParaRPr sz="1000">
                        <a:solidFill>
                          <a:schemeClr val="dk1"/>
                        </a:solidFill>
                        <a:latin typeface="Arimo"/>
                        <a:ea typeface="Arimo"/>
                        <a:cs typeface="Arimo"/>
                        <a:sym typeface="Arimo"/>
                      </a:endParaRPr>
                    </a:p>
                  </a:txBody>
                  <a:tcPr marT="0" marB="0" marR="0" marL="0"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 name="Shape 348"/>
        <p:cNvGrpSpPr/>
        <p:nvPr/>
      </p:nvGrpSpPr>
      <p:grpSpPr>
        <a:xfrm>
          <a:off x="0" y="0"/>
          <a:ext cx="0" cy="0"/>
          <a:chOff x="0" y="0"/>
          <a:chExt cx="0" cy="0"/>
        </a:xfrm>
      </p:grpSpPr>
      <p:sp>
        <p:nvSpPr>
          <p:cNvPr id="349" name="Google Shape;349;p39"/>
          <p:cNvSpPr txBox="1"/>
          <p:nvPr>
            <p:ph type="title"/>
          </p:nvPr>
        </p:nvSpPr>
        <p:spPr>
          <a:xfrm>
            <a:off x="4564013" y="1851000"/>
            <a:ext cx="3195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a:t>
            </a:r>
            <a:endParaRPr/>
          </a:p>
        </p:txBody>
      </p:sp>
      <p:sp>
        <p:nvSpPr>
          <p:cNvPr id="350" name="Google Shape;350;p39"/>
          <p:cNvSpPr txBox="1"/>
          <p:nvPr>
            <p:ph idx="1" type="subTitle"/>
          </p:nvPr>
        </p:nvSpPr>
        <p:spPr>
          <a:xfrm>
            <a:off x="4564013" y="2306700"/>
            <a:ext cx="3195000" cy="9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mockup provides a visual representation of your product or service, allowing investors or stakeholders to better understand what you're offering and how it works</a:t>
            </a:r>
            <a:endParaRPr/>
          </a:p>
        </p:txBody>
      </p:sp>
      <p:grpSp>
        <p:nvGrpSpPr>
          <p:cNvPr id="351" name="Google Shape;351;p39"/>
          <p:cNvGrpSpPr/>
          <p:nvPr/>
        </p:nvGrpSpPr>
        <p:grpSpPr>
          <a:xfrm>
            <a:off x="1384989" y="709411"/>
            <a:ext cx="1834973" cy="3724678"/>
            <a:chOff x="5186401" y="494525"/>
            <a:chExt cx="1834973" cy="3724678"/>
          </a:xfrm>
        </p:grpSpPr>
        <p:sp>
          <p:nvSpPr>
            <p:cNvPr id="352" name="Google Shape;352;p39"/>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9"/>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54" name="Google Shape;354;p39"/>
          <p:cNvPicPr preferRelativeResize="0"/>
          <p:nvPr/>
        </p:nvPicPr>
        <p:blipFill rotWithShape="1">
          <a:blip r:embed="rId3">
            <a:alphaModFix/>
          </a:blip>
          <a:srcRect b="0" l="31279" r="31283" t="0"/>
          <a:stretch/>
        </p:blipFill>
        <p:spPr>
          <a:xfrm>
            <a:off x="1470175" y="891935"/>
            <a:ext cx="1664599" cy="3176199"/>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8" name="Shape 358"/>
        <p:cNvGrpSpPr/>
        <p:nvPr/>
      </p:nvGrpSpPr>
      <p:grpSpPr>
        <a:xfrm>
          <a:off x="0" y="0"/>
          <a:ext cx="0" cy="0"/>
          <a:chOff x="0" y="0"/>
          <a:chExt cx="0" cy="0"/>
        </a:xfrm>
      </p:grpSpPr>
      <p:sp>
        <p:nvSpPr>
          <p:cNvPr id="359" name="Google Shape;359;p40"/>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BUSINESS PLAN TIMELINE</a:t>
            </a:r>
            <a:endParaRPr/>
          </a:p>
        </p:txBody>
      </p:sp>
      <p:sp>
        <p:nvSpPr>
          <p:cNvPr id="360" name="Google Shape;360;p40"/>
          <p:cNvSpPr txBox="1"/>
          <p:nvPr/>
        </p:nvSpPr>
        <p:spPr>
          <a:xfrm>
            <a:off x="980176" y="3410980"/>
            <a:ext cx="12627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Research and planning</a:t>
            </a:r>
            <a:endParaRPr sz="1200">
              <a:solidFill>
                <a:schemeClr val="dk1"/>
              </a:solidFill>
              <a:latin typeface="Arimo"/>
              <a:ea typeface="Arimo"/>
              <a:cs typeface="Arimo"/>
              <a:sym typeface="Arimo"/>
            </a:endParaRPr>
          </a:p>
        </p:txBody>
      </p:sp>
      <p:sp>
        <p:nvSpPr>
          <p:cNvPr id="361" name="Google Shape;361;p40"/>
          <p:cNvSpPr txBox="1"/>
          <p:nvPr/>
        </p:nvSpPr>
        <p:spPr>
          <a:xfrm>
            <a:off x="1826305" y="1608757"/>
            <a:ext cx="1261800" cy="55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Start-up phase</a:t>
            </a:r>
            <a:endParaRPr sz="1200">
              <a:solidFill>
                <a:schemeClr val="dk1"/>
              </a:solidFill>
              <a:latin typeface="Arimo"/>
              <a:ea typeface="Arimo"/>
              <a:cs typeface="Arimo"/>
              <a:sym typeface="Arimo"/>
            </a:endParaRPr>
          </a:p>
        </p:txBody>
      </p:sp>
      <p:sp>
        <p:nvSpPr>
          <p:cNvPr id="362" name="Google Shape;362;p40"/>
          <p:cNvSpPr txBox="1"/>
          <p:nvPr/>
        </p:nvSpPr>
        <p:spPr>
          <a:xfrm>
            <a:off x="6052450" y="3410989"/>
            <a:ext cx="1261800" cy="55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Innovation phase</a:t>
            </a:r>
            <a:endParaRPr sz="1200">
              <a:solidFill>
                <a:schemeClr val="dk1"/>
              </a:solidFill>
              <a:latin typeface="Arimo"/>
              <a:ea typeface="Arimo"/>
              <a:cs typeface="Arimo"/>
              <a:sym typeface="Arimo"/>
            </a:endParaRPr>
          </a:p>
        </p:txBody>
      </p:sp>
      <p:sp>
        <p:nvSpPr>
          <p:cNvPr id="363" name="Google Shape;363;p40"/>
          <p:cNvSpPr txBox="1"/>
          <p:nvPr/>
        </p:nvSpPr>
        <p:spPr>
          <a:xfrm>
            <a:off x="2671534" y="3410989"/>
            <a:ext cx="1261800" cy="55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Growth phase</a:t>
            </a:r>
            <a:endParaRPr sz="1200">
              <a:solidFill>
                <a:schemeClr val="dk1"/>
              </a:solidFill>
              <a:latin typeface="Arimo"/>
              <a:ea typeface="Arimo"/>
              <a:cs typeface="Arimo"/>
              <a:sym typeface="Arimo"/>
            </a:endParaRPr>
          </a:p>
        </p:txBody>
      </p:sp>
      <p:sp>
        <p:nvSpPr>
          <p:cNvPr id="364" name="Google Shape;364;p40"/>
          <p:cNvSpPr txBox="1"/>
          <p:nvPr/>
        </p:nvSpPr>
        <p:spPr>
          <a:xfrm>
            <a:off x="4361992" y="3410989"/>
            <a:ext cx="1261800" cy="55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Product expansion</a:t>
            </a:r>
            <a:endParaRPr sz="1200">
              <a:solidFill>
                <a:schemeClr val="dk1"/>
              </a:solidFill>
              <a:latin typeface="Arimo"/>
              <a:ea typeface="Arimo"/>
              <a:cs typeface="Arimo"/>
              <a:sym typeface="Arimo"/>
            </a:endParaRPr>
          </a:p>
        </p:txBody>
      </p:sp>
      <p:sp>
        <p:nvSpPr>
          <p:cNvPr id="365" name="Google Shape;365;p40"/>
          <p:cNvSpPr txBox="1"/>
          <p:nvPr/>
        </p:nvSpPr>
        <p:spPr>
          <a:xfrm>
            <a:off x="3516763" y="1608757"/>
            <a:ext cx="1261800" cy="55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Partnership</a:t>
            </a:r>
            <a:endParaRPr sz="1200">
              <a:solidFill>
                <a:schemeClr val="dk1"/>
              </a:solidFill>
              <a:latin typeface="Arimo"/>
              <a:ea typeface="Arimo"/>
              <a:cs typeface="Arimo"/>
              <a:sym typeface="Arimo"/>
            </a:endParaRPr>
          </a:p>
        </p:txBody>
      </p:sp>
      <p:sp>
        <p:nvSpPr>
          <p:cNvPr id="366" name="Google Shape;366;p40"/>
          <p:cNvSpPr txBox="1"/>
          <p:nvPr/>
        </p:nvSpPr>
        <p:spPr>
          <a:xfrm>
            <a:off x="5207221" y="1608757"/>
            <a:ext cx="1261800" cy="55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Scaling phase</a:t>
            </a:r>
            <a:endParaRPr sz="1200">
              <a:solidFill>
                <a:schemeClr val="dk1"/>
              </a:solidFill>
              <a:latin typeface="Arimo"/>
              <a:ea typeface="Arimo"/>
              <a:cs typeface="Arimo"/>
              <a:sym typeface="Arimo"/>
            </a:endParaRPr>
          </a:p>
        </p:txBody>
      </p:sp>
      <p:sp>
        <p:nvSpPr>
          <p:cNvPr id="367" name="Google Shape;367;p40"/>
          <p:cNvSpPr txBox="1"/>
          <p:nvPr/>
        </p:nvSpPr>
        <p:spPr>
          <a:xfrm>
            <a:off x="6897679" y="1608757"/>
            <a:ext cx="1261800" cy="55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Exit strategy planning</a:t>
            </a:r>
            <a:endParaRPr sz="1200">
              <a:solidFill>
                <a:schemeClr val="dk1"/>
              </a:solidFill>
              <a:latin typeface="Arimo"/>
              <a:ea typeface="Arimo"/>
              <a:cs typeface="Arimo"/>
              <a:sym typeface="Arimo"/>
            </a:endParaRPr>
          </a:p>
        </p:txBody>
      </p:sp>
      <p:cxnSp>
        <p:nvCxnSpPr>
          <p:cNvPr id="368" name="Google Shape;368;p40"/>
          <p:cNvCxnSpPr>
            <a:stCxn id="369" idx="1"/>
          </p:cNvCxnSpPr>
          <p:nvPr/>
        </p:nvCxnSpPr>
        <p:spPr>
          <a:xfrm flipH="1">
            <a:off x="714375" y="2784950"/>
            <a:ext cx="771300" cy="2100"/>
          </a:xfrm>
          <a:prstGeom prst="straightConnector1">
            <a:avLst/>
          </a:prstGeom>
          <a:noFill/>
          <a:ln cap="flat" cmpd="sng" w="19050">
            <a:solidFill>
              <a:schemeClr val="dk1"/>
            </a:solidFill>
            <a:prstDash val="solid"/>
            <a:round/>
            <a:headEnd len="med" w="med" type="none"/>
            <a:tailEnd len="med" w="med" type="none"/>
          </a:ln>
        </p:spPr>
      </p:cxnSp>
      <p:cxnSp>
        <p:nvCxnSpPr>
          <p:cNvPr id="370" name="Google Shape;370;p40"/>
          <p:cNvCxnSpPr>
            <a:stCxn id="371" idx="3"/>
          </p:cNvCxnSpPr>
          <p:nvPr/>
        </p:nvCxnSpPr>
        <p:spPr>
          <a:xfrm>
            <a:off x="7652950" y="2784938"/>
            <a:ext cx="776700" cy="2100"/>
          </a:xfrm>
          <a:prstGeom prst="straightConnector1">
            <a:avLst/>
          </a:prstGeom>
          <a:noFill/>
          <a:ln cap="flat" cmpd="sng" w="19050">
            <a:solidFill>
              <a:schemeClr val="dk1"/>
            </a:solidFill>
            <a:prstDash val="solid"/>
            <a:round/>
            <a:headEnd len="med" w="med" type="none"/>
            <a:tailEnd len="med" w="med" type="none"/>
          </a:ln>
        </p:spPr>
      </p:cxnSp>
      <p:cxnSp>
        <p:nvCxnSpPr>
          <p:cNvPr id="372" name="Google Shape;372;p40"/>
          <p:cNvCxnSpPr>
            <a:stCxn id="369" idx="2"/>
            <a:endCxn id="360" idx="0"/>
          </p:cNvCxnSpPr>
          <p:nvPr/>
        </p:nvCxnSpPr>
        <p:spPr>
          <a:xfrm flipH="1" rot="-5400000">
            <a:off x="1361325" y="3160400"/>
            <a:ext cx="500400" cy="600"/>
          </a:xfrm>
          <a:prstGeom prst="bentConnector3">
            <a:avLst>
              <a:gd fmla="val 50008" name="adj1"/>
            </a:avLst>
          </a:prstGeom>
          <a:noFill/>
          <a:ln cap="flat" cmpd="sng" w="19050">
            <a:solidFill>
              <a:schemeClr val="dk1"/>
            </a:solidFill>
            <a:prstDash val="solid"/>
            <a:round/>
            <a:headEnd len="med" w="med" type="none"/>
            <a:tailEnd len="med" w="med" type="none"/>
          </a:ln>
        </p:spPr>
      </p:cxnSp>
      <p:cxnSp>
        <p:nvCxnSpPr>
          <p:cNvPr id="373" name="Google Shape;373;p40"/>
          <p:cNvCxnSpPr>
            <a:stCxn id="374" idx="0"/>
            <a:endCxn id="361" idx="2"/>
          </p:cNvCxnSpPr>
          <p:nvPr/>
        </p:nvCxnSpPr>
        <p:spPr>
          <a:xfrm rot="-5400000">
            <a:off x="2210413" y="2412638"/>
            <a:ext cx="492900" cy="600"/>
          </a:xfrm>
          <a:prstGeom prst="bentConnector3">
            <a:avLst>
              <a:gd fmla="val 50003" name="adj1"/>
            </a:avLst>
          </a:prstGeom>
          <a:noFill/>
          <a:ln cap="flat" cmpd="sng" w="19050">
            <a:solidFill>
              <a:schemeClr val="dk1"/>
            </a:solidFill>
            <a:prstDash val="solid"/>
            <a:round/>
            <a:headEnd len="med" w="med" type="none"/>
            <a:tailEnd len="med" w="med" type="none"/>
          </a:ln>
        </p:spPr>
      </p:cxnSp>
      <p:cxnSp>
        <p:nvCxnSpPr>
          <p:cNvPr id="375" name="Google Shape;375;p40"/>
          <p:cNvCxnSpPr>
            <a:stCxn id="376" idx="2"/>
            <a:endCxn id="363" idx="0"/>
          </p:cNvCxnSpPr>
          <p:nvPr/>
        </p:nvCxnSpPr>
        <p:spPr>
          <a:xfrm flipH="1" rot="-5400000">
            <a:off x="3052038" y="3160388"/>
            <a:ext cx="500400" cy="600"/>
          </a:xfrm>
          <a:prstGeom prst="bentConnector3">
            <a:avLst>
              <a:gd fmla="val 50010" name="adj1"/>
            </a:avLst>
          </a:prstGeom>
          <a:noFill/>
          <a:ln cap="flat" cmpd="sng" w="19050">
            <a:solidFill>
              <a:schemeClr val="dk1"/>
            </a:solidFill>
            <a:prstDash val="solid"/>
            <a:round/>
            <a:headEnd len="med" w="med" type="none"/>
            <a:tailEnd len="med" w="med" type="none"/>
          </a:ln>
        </p:spPr>
      </p:cxnSp>
      <p:cxnSp>
        <p:nvCxnSpPr>
          <p:cNvPr id="377" name="Google Shape;377;p40"/>
          <p:cNvCxnSpPr>
            <a:stCxn id="378" idx="0"/>
            <a:endCxn id="365" idx="2"/>
          </p:cNvCxnSpPr>
          <p:nvPr/>
        </p:nvCxnSpPr>
        <p:spPr>
          <a:xfrm rot="-5400000">
            <a:off x="3901163" y="2412638"/>
            <a:ext cx="492900" cy="600"/>
          </a:xfrm>
          <a:prstGeom prst="bentConnector3">
            <a:avLst>
              <a:gd fmla="val 50003" name="adj1"/>
            </a:avLst>
          </a:prstGeom>
          <a:noFill/>
          <a:ln cap="flat" cmpd="sng" w="19050">
            <a:solidFill>
              <a:schemeClr val="dk1"/>
            </a:solidFill>
            <a:prstDash val="solid"/>
            <a:round/>
            <a:headEnd len="med" w="med" type="none"/>
            <a:tailEnd len="med" w="med" type="none"/>
          </a:ln>
        </p:spPr>
      </p:cxnSp>
      <p:cxnSp>
        <p:nvCxnSpPr>
          <p:cNvPr id="379" name="Google Shape;379;p40"/>
          <p:cNvCxnSpPr>
            <a:stCxn id="380" idx="2"/>
            <a:endCxn id="364" idx="0"/>
          </p:cNvCxnSpPr>
          <p:nvPr/>
        </p:nvCxnSpPr>
        <p:spPr>
          <a:xfrm flipH="1" rot="-5400000">
            <a:off x="4742313" y="3160388"/>
            <a:ext cx="500400" cy="600"/>
          </a:xfrm>
          <a:prstGeom prst="bentConnector3">
            <a:avLst>
              <a:gd fmla="val 50010" name="adj1"/>
            </a:avLst>
          </a:prstGeom>
          <a:noFill/>
          <a:ln cap="flat" cmpd="sng" w="19050">
            <a:solidFill>
              <a:schemeClr val="dk1"/>
            </a:solidFill>
            <a:prstDash val="solid"/>
            <a:round/>
            <a:headEnd len="med" w="med" type="none"/>
            <a:tailEnd len="med" w="med" type="none"/>
          </a:ln>
        </p:spPr>
      </p:cxnSp>
      <p:cxnSp>
        <p:nvCxnSpPr>
          <p:cNvPr id="381" name="Google Shape;381;p40"/>
          <p:cNvCxnSpPr>
            <a:stCxn id="382" idx="0"/>
            <a:endCxn id="366" idx="2"/>
          </p:cNvCxnSpPr>
          <p:nvPr/>
        </p:nvCxnSpPr>
        <p:spPr>
          <a:xfrm flipH="1" rot="5400000">
            <a:off x="5592000" y="2412638"/>
            <a:ext cx="492900" cy="600"/>
          </a:xfrm>
          <a:prstGeom prst="bentConnector3">
            <a:avLst>
              <a:gd fmla="val 50003" name="adj1"/>
            </a:avLst>
          </a:prstGeom>
          <a:noFill/>
          <a:ln cap="flat" cmpd="sng" w="19050">
            <a:solidFill>
              <a:schemeClr val="dk1"/>
            </a:solidFill>
            <a:prstDash val="solid"/>
            <a:round/>
            <a:headEnd len="med" w="med" type="none"/>
            <a:tailEnd len="med" w="med" type="none"/>
          </a:ln>
        </p:spPr>
      </p:cxnSp>
      <p:cxnSp>
        <p:nvCxnSpPr>
          <p:cNvPr id="383" name="Google Shape;383;p40"/>
          <p:cNvCxnSpPr>
            <a:stCxn id="384" idx="2"/>
            <a:endCxn id="362" idx="0"/>
          </p:cNvCxnSpPr>
          <p:nvPr/>
        </p:nvCxnSpPr>
        <p:spPr>
          <a:xfrm flipH="1" rot="-5400000">
            <a:off x="6433175" y="3160388"/>
            <a:ext cx="500400" cy="600"/>
          </a:xfrm>
          <a:prstGeom prst="bentConnector3">
            <a:avLst>
              <a:gd fmla="val 50010" name="adj1"/>
            </a:avLst>
          </a:prstGeom>
          <a:noFill/>
          <a:ln cap="flat" cmpd="sng" w="19050">
            <a:solidFill>
              <a:schemeClr val="dk1"/>
            </a:solidFill>
            <a:prstDash val="solid"/>
            <a:round/>
            <a:headEnd len="med" w="med" type="none"/>
            <a:tailEnd len="med" w="med" type="none"/>
          </a:ln>
        </p:spPr>
      </p:cxnSp>
      <p:cxnSp>
        <p:nvCxnSpPr>
          <p:cNvPr id="385" name="Google Shape;385;p40"/>
          <p:cNvCxnSpPr>
            <a:stCxn id="371" idx="0"/>
            <a:endCxn id="367" idx="2"/>
          </p:cNvCxnSpPr>
          <p:nvPr/>
        </p:nvCxnSpPr>
        <p:spPr>
          <a:xfrm rot="-5400000">
            <a:off x="7281550" y="2412338"/>
            <a:ext cx="492900" cy="1200"/>
          </a:xfrm>
          <a:prstGeom prst="bentConnector3">
            <a:avLst>
              <a:gd fmla="val 50003" name="adj1"/>
            </a:avLst>
          </a:prstGeom>
          <a:noFill/>
          <a:ln cap="flat" cmpd="sng" w="19050">
            <a:solidFill>
              <a:schemeClr val="dk1"/>
            </a:solidFill>
            <a:prstDash val="solid"/>
            <a:round/>
            <a:headEnd len="med" w="med" type="none"/>
            <a:tailEnd len="med" w="med" type="none"/>
          </a:ln>
        </p:spPr>
      </p:cxnSp>
      <p:cxnSp>
        <p:nvCxnSpPr>
          <p:cNvPr id="386" name="Google Shape;386;p40"/>
          <p:cNvCxnSpPr>
            <a:stCxn id="369" idx="3"/>
            <a:endCxn id="374" idx="1"/>
          </p:cNvCxnSpPr>
          <p:nvPr/>
        </p:nvCxnSpPr>
        <p:spPr>
          <a:xfrm>
            <a:off x="1736775" y="2784950"/>
            <a:ext cx="594300" cy="0"/>
          </a:xfrm>
          <a:prstGeom prst="straightConnector1">
            <a:avLst/>
          </a:prstGeom>
          <a:noFill/>
          <a:ln cap="flat" cmpd="sng" w="19050">
            <a:solidFill>
              <a:schemeClr val="dk1"/>
            </a:solidFill>
            <a:prstDash val="solid"/>
            <a:round/>
            <a:headEnd len="med" w="med" type="none"/>
            <a:tailEnd len="med" w="med" type="none"/>
          </a:ln>
        </p:spPr>
      </p:cxnSp>
      <p:cxnSp>
        <p:nvCxnSpPr>
          <p:cNvPr id="387" name="Google Shape;387;p40"/>
          <p:cNvCxnSpPr>
            <a:stCxn id="374" idx="3"/>
            <a:endCxn id="376" idx="1"/>
          </p:cNvCxnSpPr>
          <p:nvPr/>
        </p:nvCxnSpPr>
        <p:spPr>
          <a:xfrm>
            <a:off x="2582113" y="2784938"/>
            <a:ext cx="594300" cy="0"/>
          </a:xfrm>
          <a:prstGeom prst="straightConnector1">
            <a:avLst/>
          </a:prstGeom>
          <a:noFill/>
          <a:ln cap="flat" cmpd="sng" w="19050">
            <a:solidFill>
              <a:schemeClr val="dk1"/>
            </a:solidFill>
            <a:prstDash val="solid"/>
            <a:round/>
            <a:headEnd len="med" w="med" type="none"/>
            <a:tailEnd len="med" w="med" type="none"/>
          </a:ln>
        </p:spPr>
      </p:cxnSp>
      <p:cxnSp>
        <p:nvCxnSpPr>
          <p:cNvPr id="388" name="Google Shape;388;p40"/>
          <p:cNvCxnSpPr>
            <a:stCxn id="376" idx="3"/>
            <a:endCxn id="378" idx="1"/>
          </p:cNvCxnSpPr>
          <p:nvPr/>
        </p:nvCxnSpPr>
        <p:spPr>
          <a:xfrm>
            <a:off x="3427488" y="2784938"/>
            <a:ext cx="594300" cy="0"/>
          </a:xfrm>
          <a:prstGeom prst="straightConnector1">
            <a:avLst/>
          </a:prstGeom>
          <a:noFill/>
          <a:ln cap="flat" cmpd="sng" w="19050">
            <a:solidFill>
              <a:schemeClr val="dk1"/>
            </a:solidFill>
            <a:prstDash val="solid"/>
            <a:round/>
            <a:headEnd len="med" w="med" type="none"/>
            <a:tailEnd len="med" w="med" type="none"/>
          </a:ln>
        </p:spPr>
      </p:cxnSp>
      <p:cxnSp>
        <p:nvCxnSpPr>
          <p:cNvPr id="389" name="Google Shape;389;p40"/>
          <p:cNvCxnSpPr>
            <a:stCxn id="378" idx="3"/>
            <a:endCxn id="380" idx="1"/>
          </p:cNvCxnSpPr>
          <p:nvPr/>
        </p:nvCxnSpPr>
        <p:spPr>
          <a:xfrm>
            <a:off x="4272863" y="2784938"/>
            <a:ext cx="593700" cy="0"/>
          </a:xfrm>
          <a:prstGeom prst="straightConnector1">
            <a:avLst/>
          </a:prstGeom>
          <a:noFill/>
          <a:ln cap="flat" cmpd="sng" w="19050">
            <a:solidFill>
              <a:schemeClr val="dk1"/>
            </a:solidFill>
            <a:prstDash val="solid"/>
            <a:round/>
            <a:headEnd len="med" w="med" type="none"/>
            <a:tailEnd len="med" w="med" type="none"/>
          </a:ln>
        </p:spPr>
      </p:cxnSp>
      <p:cxnSp>
        <p:nvCxnSpPr>
          <p:cNvPr id="390" name="Google Shape;390;p40"/>
          <p:cNvCxnSpPr>
            <a:stCxn id="380" idx="3"/>
            <a:endCxn id="382" idx="1"/>
          </p:cNvCxnSpPr>
          <p:nvPr/>
        </p:nvCxnSpPr>
        <p:spPr>
          <a:xfrm>
            <a:off x="5117763" y="2784938"/>
            <a:ext cx="595500" cy="0"/>
          </a:xfrm>
          <a:prstGeom prst="straightConnector1">
            <a:avLst/>
          </a:prstGeom>
          <a:noFill/>
          <a:ln cap="flat" cmpd="sng" w="19050">
            <a:solidFill>
              <a:schemeClr val="dk1"/>
            </a:solidFill>
            <a:prstDash val="solid"/>
            <a:round/>
            <a:headEnd len="med" w="med" type="none"/>
            <a:tailEnd len="med" w="med" type="none"/>
          </a:ln>
        </p:spPr>
      </p:cxnSp>
      <p:cxnSp>
        <p:nvCxnSpPr>
          <p:cNvPr id="391" name="Google Shape;391;p40"/>
          <p:cNvCxnSpPr>
            <a:stCxn id="382" idx="3"/>
            <a:endCxn id="384" idx="1"/>
          </p:cNvCxnSpPr>
          <p:nvPr/>
        </p:nvCxnSpPr>
        <p:spPr>
          <a:xfrm>
            <a:off x="5964300" y="2784938"/>
            <a:ext cx="593100" cy="0"/>
          </a:xfrm>
          <a:prstGeom prst="straightConnector1">
            <a:avLst/>
          </a:prstGeom>
          <a:noFill/>
          <a:ln cap="flat" cmpd="sng" w="19050">
            <a:solidFill>
              <a:schemeClr val="dk1"/>
            </a:solidFill>
            <a:prstDash val="solid"/>
            <a:round/>
            <a:headEnd len="med" w="med" type="none"/>
            <a:tailEnd len="med" w="med" type="none"/>
          </a:ln>
        </p:spPr>
      </p:cxnSp>
      <p:cxnSp>
        <p:nvCxnSpPr>
          <p:cNvPr id="392" name="Google Shape;392;p40"/>
          <p:cNvCxnSpPr>
            <a:stCxn id="384" idx="3"/>
            <a:endCxn id="371" idx="1"/>
          </p:cNvCxnSpPr>
          <p:nvPr/>
        </p:nvCxnSpPr>
        <p:spPr>
          <a:xfrm>
            <a:off x="6808625" y="2784938"/>
            <a:ext cx="593100" cy="0"/>
          </a:xfrm>
          <a:prstGeom prst="straightConnector1">
            <a:avLst/>
          </a:prstGeom>
          <a:noFill/>
          <a:ln cap="flat" cmpd="sng" w="19050">
            <a:solidFill>
              <a:schemeClr val="dk1"/>
            </a:solidFill>
            <a:prstDash val="solid"/>
            <a:round/>
            <a:headEnd len="med" w="med" type="none"/>
            <a:tailEnd len="med" w="med" type="none"/>
          </a:ln>
        </p:spPr>
      </p:cxnSp>
      <p:sp>
        <p:nvSpPr>
          <p:cNvPr id="369" name="Google Shape;369;p40"/>
          <p:cNvSpPr/>
          <p:nvPr/>
        </p:nvSpPr>
        <p:spPr>
          <a:xfrm>
            <a:off x="1485675" y="2659400"/>
            <a:ext cx="251100" cy="2511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0"/>
          <p:cNvSpPr/>
          <p:nvPr/>
        </p:nvSpPr>
        <p:spPr>
          <a:xfrm>
            <a:off x="2331013" y="2659388"/>
            <a:ext cx="251100" cy="2511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0"/>
          <p:cNvSpPr/>
          <p:nvPr/>
        </p:nvSpPr>
        <p:spPr>
          <a:xfrm>
            <a:off x="3176388" y="2659388"/>
            <a:ext cx="251100" cy="2511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0"/>
          <p:cNvSpPr/>
          <p:nvPr/>
        </p:nvSpPr>
        <p:spPr>
          <a:xfrm>
            <a:off x="4021763" y="2659388"/>
            <a:ext cx="251100" cy="2511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0"/>
          <p:cNvSpPr/>
          <p:nvPr/>
        </p:nvSpPr>
        <p:spPr>
          <a:xfrm>
            <a:off x="4866663" y="2659388"/>
            <a:ext cx="251100" cy="2511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0"/>
          <p:cNvSpPr/>
          <p:nvPr/>
        </p:nvSpPr>
        <p:spPr>
          <a:xfrm>
            <a:off x="5713200" y="2659388"/>
            <a:ext cx="251100" cy="2511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0"/>
          <p:cNvSpPr/>
          <p:nvPr/>
        </p:nvSpPr>
        <p:spPr>
          <a:xfrm>
            <a:off x="6557525" y="2659388"/>
            <a:ext cx="251100" cy="2511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0"/>
          <p:cNvSpPr/>
          <p:nvPr/>
        </p:nvSpPr>
        <p:spPr>
          <a:xfrm>
            <a:off x="7401850" y="2659388"/>
            <a:ext cx="251100" cy="2511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pic>
        <p:nvPicPr>
          <p:cNvPr id="397" name="Google Shape;397;p41"/>
          <p:cNvPicPr preferRelativeResize="0"/>
          <p:nvPr/>
        </p:nvPicPr>
        <p:blipFill rotWithShape="1">
          <a:blip r:embed="rId3">
            <a:alphaModFix/>
          </a:blip>
          <a:srcRect b="52666" l="17154" r="15786" t="27799"/>
          <a:stretch/>
        </p:blipFill>
        <p:spPr>
          <a:xfrm>
            <a:off x="7647600" y="1198225"/>
            <a:ext cx="4101898" cy="831700"/>
          </a:xfrm>
          <a:prstGeom prst="rect">
            <a:avLst/>
          </a:prstGeom>
          <a:noFill/>
          <a:ln>
            <a:noFill/>
          </a:ln>
        </p:spPr>
      </p:pic>
      <p:pic>
        <p:nvPicPr>
          <p:cNvPr id="398" name="Google Shape;398;p41"/>
          <p:cNvPicPr preferRelativeResize="0"/>
          <p:nvPr/>
        </p:nvPicPr>
        <p:blipFill rotWithShape="1">
          <a:blip r:embed="rId3">
            <a:alphaModFix/>
          </a:blip>
          <a:srcRect b="52666" l="17154" r="15786" t="27799"/>
          <a:stretch/>
        </p:blipFill>
        <p:spPr>
          <a:xfrm>
            <a:off x="-47275" y="1788700"/>
            <a:ext cx="2679850" cy="1956749"/>
          </a:xfrm>
          <a:prstGeom prst="rect">
            <a:avLst/>
          </a:prstGeom>
          <a:noFill/>
          <a:ln>
            <a:noFill/>
          </a:ln>
        </p:spPr>
      </p:pic>
      <p:pic>
        <p:nvPicPr>
          <p:cNvPr id="399" name="Google Shape;399;p41"/>
          <p:cNvPicPr preferRelativeResize="0"/>
          <p:nvPr/>
        </p:nvPicPr>
        <p:blipFill rotWithShape="1">
          <a:blip r:embed="rId4">
            <a:alphaModFix/>
          </a:blip>
          <a:srcRect b="15315" l="45323" r="44059" t="17777"/>
          <a:stretch/>
        </p:blipFill>
        <p:spPr>
          <a:xfrm>
            <a:off x="8759025" y="-8550"/>
            <a:ext cx="659549" cy="2886500"/>
          </a:xfrm>
          <a:prstGeom prst="rect">
            <a:avLst/>
          </a:prstGeom>
          <a:noFill/>
          <a:ln>
            <a:noFill/>
          </a:ln>
        </p:spPr>
      </p:pic>
      <p:cxnSp>
        <p:nvCxnSpPr>
          <p:cNvPr id="400" name="Google Shape;400;p41"/>
          <p:cNvCxnSpPr/>
          <p:nvPr/>
        </p:nvCxnSpPr>
        <p:spPr>
          <a:xfrm>
            <a:off x="338863" y="2436425"/>
            <a:ext cx="0" cy="2220300"/>
          </a:xfrm>
          <a:prstGeom prst="straightConnector1">
            <a:avLst/>
          </a:prstGeom>
          <a:noFill/>
          <a:ln cap="flat" cmpd="sng" w="19050">
            <a:solidFill>
              <a:schemeClr val="dk1"/>
            </a:solidFill>
            <a:prstDash val="solid"/>
            <a:round/>
            <a:headEnd len="med" w="med" type="none"/>
            <a:tailEnd len="med" w="med" type="none"/>
          </a:ln>
        </p:spPr>
      </p:cxnSp>
      <p:cxnSp>
        <p:nvCxnSpPr>
          <p:cNvPr id="401" name="Google Shape;401;p41"/>
          <p:cNvCxnSpPr/>
          <p:nvPr/>
        </p:nvCxnSpPr>
        <p:spPr>
          <a:xfrm>
            <a:off x="8936388" y="739650"/>
            <a:ext cx="0" cy="2929800"/>
          </a:xfrm>
          <a:prstGeom prst="straightConnector1">
            <a:avLst/>
          </a:prstGeom>
          <a:noFill/>
          <a:ln cap="flat" cmpd="sng" w="19050">
            <a:solidFill>
              <a:schemeClr val="dk1"/>
            </a:solidFill>
            <a:prstDash val="solid"/>
            <a:round/>
            <a:headEnd len="med" w="med" type="none"/>
            <a:tailEnd len="med" w="med" type="none"/>
          </a:ln>
        </p:spPr>
      </p:cxnSp>
      <p:sp>
        <p:nvSpPr>
          <p:cNvPr id="402" name="Google Shape;402;p41"/>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CANVAS INFOGRAPHIC</a:t>
            </a:r>
            <a:endParaRPr/>
          </a:p>
        </p:txBody>
      </p:sp>
      <p:graphicFrame>
        <p:nvGraphicFramePr>
          <p:cNvPr id="403" name="Google Shape;403;p41"/>
          <p:cNvGraphicFramePr/>
          <p:nvPr/>
        </p:nvGraphicFramePr>
        <p:xfrm>
          <a:off x="713225" y="1350625"/>
          <a:ext cx="3000000" cy="3000000"/>
        </p:xfrm>
        <a:graphic>
          <a:graphicData uri="http://schemas.openxmlformats.org/drawingml/2006/table">
            <a:tbl>
              <a:tblPr>
                <a:noFill/>
                <a:tableStyleId>{9D0281E8-2CB9-4B32-A04F-FD2CD01CB098}</a:tableStyleId>
              </a:tblPr>
              <a:tblGrid>
                <a:gridCol w="1252725"/>
                <a:gridCol w="1643150"/>
                <a:gridCol w="954275"/>
                <a:gridCol w="971325"/>
                <a:gridCol w="1544700"/>
                <a:gridCol w="1351375"/>
              </a:tblGrid>
              <a:tr h="530750">
                <a:tc>
                  <a:txBody>
                    <a:bodyPr/>
                    <a:lstStyle/>
                    <a:p>
                      <a:pPr indent="0" lvl="0" marL="0" rtl="0" algn="l">
                        <a:spcBef>
                          <a:spcPts val="0"/>
                        </a:spcBef>
                        <a:spcAft>
                          <a:spcPts val="0"/>
                        </a:spcAft>
                        <a:buNone/>
                      </a:pPr>
                      <a:r>
                        <a:rPr lang="en" sz="1200">
                          <a:solidFill>
                            <a:schemeClr val="dk1"/>
                          </a:solidFill>
                          <a:latin typeface="Lexend Exa ExtraBold"/>
                          <a:ea typeface="Lexend Exa ExtraBold"/>
                          <a:cs typeface="Lexend Exa ExtraBold"/>
                          <a:sym typeface="Lexend Exa ExtraBold"/>
                        </a:rPr>
                        <a:t>Key partners</a:t>
                      </a:r>
                      <a:endParaRPr sz="1200">
                        <a:solidFill>
                          <a:schemeClr val="dk1"/>
                        </a:solidFill>
                        <a:latin typeface="Lexend Exa ExtraBold"/>
                        <a:ea typeface="Lexend Exa ExtraBold"/>
                        <a:cs typeface="Lexend Exa ExtraBold"/>
                        <a:sym typeface="Lexend Exa ExtraBold"/>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200">
                          <a:solidFill>
                            <a:schemeClr val="dk1"/>
                          </a:solidFill>
                          <a:latin typeface="Lexend Exa ExtraBold"/>
                          <a:ea typeface="Lexend Exa ExtraBold"/>
                          <a:cs typeface="Lexend Exa ExtraBold"/>
                          <a:sym typeface="Lexend Exa ExtraBold"/>
                        </a:rPr>
                        <a:t>Key activities</a:t>
                      </a:r>
                      <a:endParaRPr sz="1200">
                        <a:solidFill>
                          <a:schemeClr val="dk1"/>
                        </a:solidFill>
                        <a:latin typeface="Lexend Exa ExtraBold"/>
                        <a:ea typeface="Lexend Exa ExtraBold"/>
                        <a:cs typeface="Lexend Exa ExtraBold"/>
                        <a:sym typeface="Lexend Exa ExtraBold"/>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gridSpan="2">
                  <a:txBody>
                    <a:bodyPr/>
                    <a:lstStyle/>
                    <a:p>
                      <a:pPr indent="0" lvl="0" marL="0" rtl="0" algn="l">
                        <a:spcBef>
                          <a:spcPts val="0"/>
                        </a:spcBef>
                        <a:spcAft>
                          <a:spcPts val="0"/>
                        </a:spcAft>
                        <a:buNone/>
                      </a:pPr>
                      <a:r>
                        <a:rPr lang="en" sz="1200">
                          <a:solidFill>
                            <a:schemeClr val="dk1"/>
                          </a:solidFill>
                          <a:latin typeface="Lexend Exa ExtraBold"/>
                          <a:ea typeface="Lexend Exa ExtraBold"/>
                          <a:cs typeface="Lexend Exa ExtraBold"/>
                          <a:sym typeface="Lexend Exa ExtraBold"/>
                        </a:rPr>
                        <a:t>Value propositions</a:t>
                      </a:r>
                      <a:endParaRPr sz="1200">
                        <a:solidFill>
                          <a:schemeClr val="dk1"/>
                        </a:solidFill>
                        <a:latin typeface="Lexend Exa ExtraBold"/>
                        <a:ea typeface="Lexend Exa ExtraBold"/>
                        <a:cs typeface="Lexend Exa ExtraBold"/>
                        <a:sym typeface="Lexend Exa ExtraBold"/>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hMerge="1"/>
                <a:tc>
                  <a:txBody>
                    <a:bodyPr/>
                    <a:lstStyle/>
                    <a:p>
                      <a:pPr indent="0" lvl="0" marL="0" rtl="0" algn="l">
                        <a:spcBef>
                          <a:spcPts val="0"/>
                        </a:spcBef>
                        <a:spcAft>
                          <a:spcPts val="0"/>
                        </a:spcAft>
                        <a:buNone/>
                      </a:pPr>
                      <a:r>
                        <a:rPr lang="en" sz="1200">
                          <a:solidFill>
                            <a:schemeClr val="dk1"/>
                          </a:solidFill>
                          <a:latin typeface="Lexend Exa ExtraBold"/>
                          <a:ea typeface="Lexend Exa ExtraBold"/>
                          <a:cs typeface="Lexend Exa ExtraBold"/>
                          <a:sym typeface="Lexend Exa ExtraBold"/>
                        </a:rPr>
                        <a:t>Customer relationships</a:t>
                      </a:r>
                      <a:endParaRPr sz="1200">
                        <a:solidFill>
                          <a:schemeClr val="dk1"/>
                        </a:solidFill>
                        <a:latin typeface="Lexend Exa ExtraBold"/>
                        <a:ea typeface="Lexend Exa ExtraBold"/>
                        <a:cs typeface="Lexend Exa ExtraBold"/>
                        <a:sym typeface="Lexend Exa ExtraBold"/>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200">
                          <a:solidFill>
                            <a:schemeClr val="dk1"/>
                          </a:solidFill>
                          <a:latin typeface="Lexend Exa ExtraBold"/>
                          <a:ea typeface="Lexend Exa ExtraBold"/>
                          <a:cs typeface="Lexend Exa ExtraBold"/>
                          <a:sym typeface="Lexend Exa ExtraBold"/>
                        </a:rPr>
                        <a:t>Customer segments</a:t>
                      </a:r>
                      <a:endParaRPr sz="1200">
                        <a:solidFill>
                          <a:schemeClr val="dk1"/>
                        </a:solidFill>
                        <a:latin typeface="Lexend Exa ExtraBold"/>
                        <a:ea typeface="Lexend Exa ExtraBold"/>
                        <a:cs typeface="Lexend Exa ExtraBold"/>
                        <a:sym typeface="Lexend Exa ExtraBold"/>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648475">
                <a:tc rowSpan="3">
                  <a:txBody>
                    <a:bodyPr/>
                    <a:lstStyle/>
                    <a:p>
                      <a:pPr indent="0" lvl="0" marL="0" rtl="0" algn="l">
                        <a:spcBef>
                          <a:spcPts val="0"/>
                        </a:spcBef>
                        <a:spcAft>
                          <a:spcPts val="0"/>
                        </a:spcAft>
                        <a:buNone/>
                      </a:pPr>
                      <a:r>
                        <a:rPr lang="en" sz="1000">
                          <a:solidFill>
                            <a:schemeClr val="dk1"/>
                          </a:solidFill>
                          <a:latin typeface="Arimo"/>
                          <a:ea typeface="Arimo"/>
                          <a:cs typeface="Arimo"/>
                          <a:sym typeface="Arimo"/>
                        </a:rPr>
                        <a:t>Identify important partners for your business</a:t>
                      </a:r>
                      <a:endParaRPr sz="1000">
                        <a:solidFill>
                          <a:schemeClr val="dk1"/>
                        </a:solidFill>
                        <a:latin typeface="Arimo"/>
                        <a:ea typeface="Arimo"/>
                        <a:cs typeface="Arimo"/>
                        <a:sym typeface="Arimo"/>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000">
                          <a:solidFill>
                            <a:schemeClr val="dk1"/>
                          </a:solidFill>
                          <a:latin typeface="Arimo"/>
                          <a:ea typeface="Arimo"/>
                          <a:cs typeface="Arimo"/>
                          <a:sym typeface="Arimo"/>
                        </a:rPr>
                        <a:t>Identify key activities that create value for customers </a:t>
                      </a:r>
                      <a:endParaRPr sz="1000">
                        <a:solidFill>
                          <a:schemeClr val="dk1"/>
                        </a:solidFill>
                        <a:latin typeface="Arimo"/>
                        <a:ea typeface="Arimo"/>
                        <a:cs typeface="Arimo"/>
                        <a:sym typeface="Arimo"/>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gridSpan="2" rowSpan="3">
                  <a:txBody>
                    <a:bodyPr/>
                    <a:lstStyle/>
                    <a:p>
                      <a:pPr indent="0" lvl="0" marL="0" rtl="0" algn="l">
                        <a:spcBef>
                          <a:spcPts val="0"/>
                        </a:spcBef>
                        <a:spcAft>
                          <a:spcPts val="0"/>
                        </a:spcAft>
                        <a:buNone/>
                      </a:pPr>
                      <a:r>
                        <a:rPr lang="en" sz="1000">
                          <a:solidFill>
                            <a:schemeClr val="dk1"/>
                          </a:solidFill>
                          <a:latin typeface="Arimo"/>
                          <a:ea typeface="Arimo"/>
                          <a:cs typeface="Arimo"/>
                          <a:sym typeface="Arimo"/>
                        </a:rPr>
                        <a:t>Define what sets your business apart from competitors</a:t>
                      </a:r>
                      <a:endParaRPr sz="1000">
                        <a:solidFill>
                          <a:schemeClr val="dk1"/>
                        </a:solidFill>
                        <a:latin typeface="Arimo"/>
                        <a:ea typeface="Arimo"/>
                        <a:cs typeface="Arimo"/>
                        <a:sym typeface="Arimo"/>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rowSpan="3" hMerge="1"/>
                <a:tc>
                  <a:txBody>
                    <a:bodyPr/>
                    <a:lstStyle/>
                    <a:p>
                      <a:pPr indent="0" lvl="0" marL="0" rtl="0" algn="l">
                        <a:spcBef>
                          <a:spcPts val="0"/>
                        </a:spcBef>
                        <a:spcAft>
                          <a:spcPts val="0"/>
                        </a:spcAft>
                        <a:buNone/>
                      </a:pPr>
                      <a:r>
                        <a:rPr lang="en" sz="1000">
                          <a:solidFill>
                            <a:schemeClr val="dk1"/>
                          </a:solidFill>
                          <a:latin typeface="Arimo"/>
                          <a:ea typeface="Arimo"/>
                          <a:cs typeface="Arimo"/>
                          <a:sym typeface="Arimo"/>
                        </a:rPr>
                        <a:t>Determine how you will interact with customers</a:t>
                      </a:r>
                      <a:endParaRPr sz="1000">
                        <a:solidFill>
                          <a:schemeClr val="dk1"/>
                        </a:solidFill>
                        <a:latin typeface="Arimo"/>
                        <a:ea typeface="Arimo"/>
                        <a:cs typeface="Arimo"/>
                        <a:sym typeface="Arimo"/>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rowSpan="3">
                  <a:txBody>
                    <a:bodyPr/>
                    <a:lstStyle/>
                    <a:p>
                      <a:pPr indent="0" lvl="0" marL="0" rtl="0" algn="l">
                        <a:spcBef>
                          <a:spcPts val="0"/>
                        </a:spcBef>
                        <a:spcAft>
                          <a:spcPts val="0"/>
                        </a:spcAft>
                        <a:buNone/>
                      </a:pPr>
                      <a:r>
                        <a:rPr lang="en" sz="1000">
                          <a:solidFill>
                            <a:schemeClr val="dk1"/>
                          </a:solidFill>
                          <a:latin typeface="Arimo"/>
                          <a:ea typeface="Arimo"/>
                          <a:cs typeface="Arimo"/>
                          <a:sym typeface="Arimo"/>
                        </a:rPr>
                        <a:t>Define specific target customer groups</a:t>
                      </a:r>
                      <a:endParaRPr sz="1000">
                        <a:solidFill>
                          <a:schemeClr val="dk1"/>
                        </a:solidFill>
                        <a:latin typeface="Arimo"/>
                        <a:ea typeface="Arimo"/>
                        <a:cs typeface="Arimo"/>
                        <a:sym typeface="Arimo"/>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96200">
                <a:tc vMerge="1"/>
                <a:tc>
                  <a:txBody>
                    <a:bodyPr/>
                    <a:lstStyle/>
                    <a:p>
                      <a:pPr indent="0" lvl="0" marL="0" rtl="0" algn="l">
                        <a:spcBef>
                          <a:spcPts val="0"/>
                        </a:spcBef>
                        <a:spcAft>
                          <a:spcPts val="0"/>
                        </a:spcAft>
                        <a:buNone/>
                      </a:pPr>
                      <a:r>
                        <a:rPr lang="en" sz="1200">
                          <a:solidFill>
                            <a:schemeClr val="dk1"/>
                          </a:solidFill>
                          <a:latin typeface="Lexend Exa ExtraBold"/>
                          <a:ea typeface="Lexend Exa ExtraBold"/>
                          <a:cs typeface="Lexend Exa ExtraBold"/>
                          <a:sym typeface="Lexend Exa ExtraBold"/>
                        </a:rPr>
                        <a:t>Key resources</a:t>
                      </a:r>
                      <a:endParaRPr sz="1200">
                        <a:solidFill>
                          <a:schemeClr val="dk1"/>
                        </a:solidFill>
                        <a:latin typeface="Lexend Exa ExtraBold"/>
                        <a:ea typeface="Lexend Exa ExtraBold"/>
                        <a:cs typeface="Lexend Exa ExtraBold"/>
                        <a:sym typeface="Lexend Exa ExtraBold"/>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gridSpan="2" vMerge="1"/>
                <a:tc hMerge="1" vMerge="1"/>
                <a:tc>
                  <a:txBody>
                    <a:bodyPr/>
                    <a:lstStyle/>
                    <a:p>
                      <a:pPr indent="0" lvl="0" marL="0" rtl="0" algn="l">
                        <a:spcBef>
                          <a:spcPts val="0"/>
                        </a:spcBef>
                        <a:spcAft>
                          <a:spcPts val="0"/>
                        </a:spcAft>
                        <a:buNone/>
                      </a:pPr>
                      <a:r>
                        <a:rPr lang="en" sz="1200">
                          <a:solidFill>
                            <a:schemeClr val="dk1"/>
                          </a:solidFill>
                          <a:latin typeface="Lexend Exa ExtraBold"/>
                          <a:ea typeface="Lexend Exa ExtraBold"/>
                          <a:cs typeface="Lexend Exa ExtraBold"/>
                          <a:sym typeface="Lexend Exa ExtraBold"/>
                        </a:rPr>
                        <a:t>Channels</a:t>
                      </a:r>
                      <a:endParaRPr sz="1200">
                        <a:solidFill>
                          <a:schemeClr val="dk1"/>
                        </a:solidFill>
                        <a:latin typeface="Lexend Exa ExtraBold"/>
                        <a:ea typeface="Lexend Exa ExtraBold"/>
                        <a:cs typeface="Lexend Exa ExtraBold"/>
                        <a:sym typeface="Lexend Exa ExtraBold"/>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vMerge="1"/>
              </a:tr>
              <a:tr h="648475">
                <a:tc vMerge="1"/>
                <a:tc>
                  <a:txBody>
                    <a:bodyPr/>
                    <a:lstStyle/>
                    <a:p>
                      <a:pPr indent="0" lvl="0" marL="0" rtl="0" algn="l">
                        <a:spcBef>
                          <a:spcPts val="0"/>
                        </a:spcBef>
                        <a:spcAft>
                          <a:spcPts val="0"/>
                        </a:spcAft>
                        <a:buNone/>
                      </a:pPr>
                      <a:r>
                        <a:rPr lang="en" sz="1000">
                          <a:solidFill>
                            <a:schemeClr val="dk1"/>
                          </a:solidFill>
                          <a:latin typeface="Arimo"/>
                          <a:ea typeface="Arimo"/>
                          <a:cs typeface="Arimo"/>
                          <a:sym typeface="Arimo"/>
                        </a:rPr>
                        <a:t>Identify important resources needed for your business</a:t>
                      </a:r>
                      <a:endParaRPr sz="1000">
                        <a:solidFill>
                          <a:schemeClr val="dk1"/>
                        </a:solidFill>
                        <a:latin typeface="Arimo"/>
                        <a:ea typeface="Arimo"/>
                        <a:cs typeface="Arimo"/>
                        <a:sym typeface="Arimo"/>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gridSpan="2" vMerge="1"/>
                <a:tc hMerge="1" vMerge="1"/>
                <a:tc>
                  <a:txBody>
                    <a:bodyPr/>
                    <a:lstStyle/>
                    <a:p>
                      <a:pPr indent="0" lvl="0" marL="0" rtl="0" algn="l">
                        <a:spcBef>
                          <a:spcPts val="0"/>
                        </a:spcBef>
                        <a:spcAft>
                          <a:spcPts val="0"/>
                        </a:spcAft>
                        <a:buNone/>
                      </a:pPr>
                      <a:r>
                        <a:rPr lang="en" sz="1000">
                          <a:solidFill>
                            <a:schemeClr val="dk1"/>
                          </a:solidFill>
                          <a:latin typeface="Arimo"/>
                          <a:ea typeface="Arimo"/>
                          <a:cs typeface="Arimo"/>
                          <a:sym typeface="Arimo"/>
                        </a:rPr>
                        <a:t>Determine how you will reach and engage with customers</a:t>
                      </a:r>
                      <a:endParaRPr sz="1000">
                        <a:solidFill>
                          <a:schemeClr val="dk1"/>
                        </a:solidFill>
                        <a:latin typeface="Arimo"/>
                        <a:ea typeface="Arimo"/>
                        <a:cs typeface="Arimo"/>
                        <a:sym typeface="Arimo"/>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vMerge="1"/>
              </a:tr>
              <a:tr h="396200">
                <a:tc gridSpan="3">
                  <a:txBody>
                    <a:bodyPr/>
                    <a:lstStyle/>
                    <a:p>
                      <a:pPr indent="0" lvl="0" marL="0" rtl="0" algn="l">
                        <a:spcBef>
                          <a:spcPts val="0"/>
                        </a:spcBef>
                        <a:spcAft>
                          <a:spcPts val="0"/>
                        </a:spcAft>
                        <a:buNone/>
                      </a:pPr>
                      <a:r>
                        <a:rPr lang="en" sz="1200">
                          <a:solidFill>
                            <a:schemeClr val="dk1"/>
                          </a:solidFill>
                          <a:latin typeface="Lexend Exa ExtraBold"/>
                          <a:ea typeface="Lexend Exa ExtraBold"/>
                          <a:cs typeface="Lexend Exa ExtraBold"/>
                          <a:sym typeface="Lexend Exa ExtraBold"/>
                        </a:rPr>
                        <a:t>Cost structure</a:t>
                      </a:r>
                      <a:endParaRPr sz="1200">
                        <a:solidFill>
                          <a:schemeClr val="dk1"/>
                        </a:solidFill>
                        <a:latin typeface="Lexend Exa ExtraBold"/>
                        <a:ea typeface="Lexend Exa ExtraBold"/>
                        <a:cs typeface="Lexend Exa ExtraBold"/>
                        <a:sym typeface="Lexend Exa ExtraBold"/>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hMerge="1"/>
                <a:tc hMerge="1"/>
                <a:tc gridSpan="3">
                  <a:txBody>
                    <a:bodyPr/>
                    <a:lstStyle/>
                    <a:p>
                      <a:pPr indent="0" lvl="0" marL="0" rtl="0" algn="l">
                        <a:spcBef>
                          <a:spcPts val="0"/>
                        </a:spcBef>
                        <a:spcAft>
                          <a:spcPts val="0"/>
                        </a:spcAft>
                        <a:buNone/>
                      </a:pPr>
                      <a:r>
                        <a:rPr lang="en" sz="1200">
                          <a:solidFill>
                            <a:schemeClr val="dk1"/>
                          </a:solidFill>
                          <a:latin typeface="Lexend Exa ExtraBold"/>
                          <a:ea typeface="Lexend Exa ExtraBold"/>
                          <a:cs typeface="Lexend Exa ExtraBold"/>
                          <a:sym typeface="Lexend Exa ExtraBold"/>
                        </a:rPr>
                        <a:t>Revenue streams</a:t>
                      </a:r>
                      <a:endParaRPr sz="1200">
                        <a:solidFill>
                          <a:schemeClr val="dk1"/>
                        </a:solidFill>
                        <a:latin typeface="Lexend Exa ExtraBold"/>
                        <a:ea typeface="Lexend Exa ExtraBold"/>
                        <a:cs typeface="Lexend Exa ExtraBold"/>
                        <a:sym typeface="Lexend Exa ExtraBold"/>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hMerge="1"/>
                <a:tc hMerge="1"/>
              </a:tr>
              <a:tr h="461275">
                <a:tc gridSpan="3">
                  <a:txBody>
                    <a:bodyPr/>
                    <a:lstStyle/>
                    <a:p>
                      <a:pPr indent="0" lvl="0" marL="0" rtl="0" algn="l">
                        <a:spcBef>
                          <a:spcPts val="0"/>
                        </a:spcBef>
                        <a:spcAft>
                          <a:spcPts val="0"/>
                        </a:spcAft>
                        <a:buNone/>
                      </a:pPr>
                      <a:r>
                        <a:rPr lang="en" sz="1000">
                          <a:solidFill>
                            <a:schemeClr val="dk1"/>
                          </a:solidFill>
                          <a:latin typeface="Arimo"/>
                          <a:ea typeface="Arimo"/>
                          <a:cs typeface="Arimo"/>
                          <a:sym typeface="Arimo"/>
                        </a:rPr>
                        <a:t>Identify fixed and variable costs associated with the business</a:t>
                      </a:r>
                      <a:endParaRPr sz="1000">
                        <a:solidFill>
                          <a:schemeClr val="dk1"/>
                        </a:solidFill>
                        <a:latin typeface="Arimo"/>
                        <a:ea typeface="Arimo"/>
                        <a:cs typeface="Arimo"/>
                        <a:sym typeface="Arimo"/>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hMerge="1"/>
                <a:tc hMerge="1"/>
                <a:tc gridSpan="3">
                  <a:txBody>
                    <a:bodyPr/>
                    <a:lstStyle/>
                    <a:p>
                      <a:pPr indent="0" lvl="0" marL="0" rtl="0" algn="l">
                        <a:spcBef>
                          <a:spcPts val="0"/>
                        </a:spcBef>
                        <a:spcAft>
                          <a:spcPts val="0"/>
                        </a:spcAft>
                        <a:buNone/>
                      </a:pPr>
                      <a:r>
                        <a:rPr lang="en" sz="1000">
                          <a:solidFill>
                            <a:schemeClr val="dk1"/>
                          </a:solidFill>
                          <a:latin typeface="Arimo"/>
                          <a:ea typeface="Arimo"/>
                          <a:cs typeface="Arimo"/>
                          <a:sym typeface="Arimo"/>
                        </a:rPr>
                        <a:t>Define sources of revenue for your business</a:t>
                      </a:r>
                      <a:endParaRPr sz="1000">
                        <a:solidFill>
                          <a:schemeClr val="dk1"/>
                        </a:solidFill>
                        <a:latin typeface="Arimo"/>
                        <a:ea typeface="Arimo"/>
                        <a:cs typeface="Arimo"/>
                        <a:sym typeface="Arimo"/>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hMerge="1"/>
                <a:tc hMerge="1"/>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 name="Shape 407"/>
        <p:cNvGrpSpPr/>
        <p:nvPr/>
      </p:nvGrpSpPr>
      <p:grpSpPr>
        <a:xfrm>
          <a:off x="0" y="0"/>
          <a:ext cx="0" cy="0"/>
          <a:chOff x="0" y="0"/>
          <a:chExt cx="0" cy="0"/>
        </a:xfrm>
      </p:grpSpPr>
      <p:sp>
        <p:nvSpPr>
          <p:cNvPr id="408" name="Google Shape;408;p42"/>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BUSINESS STRATEGY</a:t>
            </a:r>
            <a:endParaRPr/>
          </a:p>
        </p:txBody>
      </p:sp>
      <p:sp>
        <p:nvSpPr>
          <p:cNvPr id="409" name="Google Shape;409;p42"/>
          <p:cNvSpPr/>
          <p:nvPr/>
        </p:nvSpPr>
        <p:spPr>
          <a:xfrm>
            <a:off x="713225" y="1128900"/>
            <a:ext cx="7717500" cy="3475200"/>
          </a:xfrm>
          <a:prstGeom prst="mathPlus">
            <a:avLst>
              <a:gd fmla="val 0" name="adj1"/>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10" name="Google Shape;410;p42"/>
          <p:cNvSpPr txBox="1"/>
          <p:nvPr/>
        </p:nvSpPr>
        <p:spPr>
          <a:xfrm>
            <a:off x="3624250" y="1192375"/>
            <a:ext cx="19563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Attractive business model</a:t>
            </a:r>
            <a:endParaRPr sz="1200">
              <a:solidFill>
                <a:schemeClr val="dk1"/>
              </a:solidFill>
              <a:latin typeface="Arimo"/>
              <a:ea typeface="Arimo"/>
              <a:cs typeface="Arimo"/>
              <a:sym typeface="Arimo"/>
            </a:endParaRPr>
          </a:p>
        </p:txBody>
      </p:sp>
      <p:sp>
        <p:nvSpPr>
          <p:cNvPr id="411" name="Google Shape;411;p42"/>
          <p:cNvSpPr txBox="1"/>
          <p:nvPr/>
        </p:nvSpPr>
        <p:spPr>
          <a:xfrm>
            <a:off x="3521550" y="4205100"/>
            <a:ext cx="21684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Unattractive business model</a:t>
            </a:r>
            <a:endParaRPr sz="1200">
              <a:solidFill>
                <a:schemeClr val="dk1"/>
              </a:solidFill>
              <a:latin typeface="Arimo"/>
              <a:ea typeface="Arimo"/>
              <a:cs typeface="Arimo"/>
              <a:sym typeface="Arimo"/>
            </a:endParaRPr>
          </a:p>
        </p:txBody>
      </p:sp>
      <p:sp>
        <p:nvSpPr>
          <p:cNvPr id="412" name="Google Shape;412;p42"/>
          <p:cNvSpPr txBox="1"/>
          <p:nvPr/>
        </p:nvSpPr>
        <p:spPr>
          <a:xfrm rot="-5400000">
            <a:off x="283050" y="2627225"/>
            <a:ext cx="19245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High competitive strength</a:t>
            </a:r>
            <a:endParaRPr sz="1200">
              <a:solidFill>
                <a:schemeClr val="dk1"/>
              </a:solidFill>
              <a:latin typeface="Arimo"/>
              <a:ea typeface="Arimo"/>
              <a:cs typeface="Arimo"/>
              <a:sym typeface="Arimo"/>
            </a:endParaRPr>
          </a:p>
        </p:txBody>
      </p:sp>
      <p:sp>
        <p:nvSpPr>
          <p:cNvPr id="413" name="Google Shape;413;p42"/>
          <p:cNvSpPr txBox="1"/>
          <p:nvPr/>
        </p:nvSpPr>
        <p:spPr>
          <a:xfrm rot="5400000">
            <a:off x="6911100" y="2702900"/>
            <a:ext cx="19752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Low competitive strength</a:t>
            </a:r>
            <a:endParaRPr sz="1200">
              <a:solidFill>
                <a:schemeClr val="dk1"/>
              </a:solidFill>
              <a:latin typeface="Arimo"/>
              <a:ea typeface="Arimo"/>
              <a:cs typeface="Arimo"/>
              <a:sym typeface="Arimo"/>
            </a:endParaRPr>
          </a:p>
        </p:txBody>
      </p:sp>
      <p:sp>
        <p:nvSpPr>
          <p:cNvPr id="414" name="Google Shape;414;p42"/>
          <p:cNvSpPr/>
          <p:nvPr/>
        </p:nvSpPr>
        <p:spPr>
          <a:xfrm>
            <a:off x="2273413" y="1664625"/>
            <a:ext cx="1840500" cy="10506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rimo"/>
                <a:ea typeface="Arimo"/>
                <a:cs typeface="Arimo"/>
                <a:sym typeface="Arimo"/>
              </a:rPr>
              <a:t>Growth and expansion strategy</a:t>
            </a:r>
            <a:endParaRPr b="1" sz="1800">
              <a:solidFill>
                <a:schemeClr val="dk1"/>
              </a:solidFill>
              <a:latin typeface="Arimo"/>
              <a:ea typeface="Arimo"/>
              <a:cs typeface="Arimo"/>
              <a:sym typeface="Arimo"/>
            </a:endParaRPr>
          </a:p>
        </p:txBody>
      </p:sp>
      <p:sp>
        <p:nvSpPr>
          <p:cNvPr id="415" name="Google Shape;415;p42"/>
          <p:cNvSpPr/>
          <p:nvPr/>
        </p:nvSpPr>
        <p:spPr>
          <a:xfrm>
            <a:off x="2273413" y="3227475"/>
            <a:ext cx="1840500" cy="68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Arimo"/>
                <a:ea typeface="Arimo"/>
                <a:cs typeface="Arimo"/>
                <a:sym typeface="Arimo"/>
              </a:rPr>
              <a:t>Maintenance and protection strategy</a:t>
            </a:r>
            <a:endParaRPr b="1" sz="1200">
              <a:solidFill>
                <a:schemeClr val="dk1"/>
              </a:solidFill>
              <a:latin typeface="Arimo"/>
              <a:ea typeface="Arimo"/>
              <a:cs typeface="Arimo"/>
              <a:sym typeface="Arimo"/>
            </a:endParaRPr>
          </a:p>
        </p:txBody>
      </p:sp>
      <p:sp>
        <p:nvSpPr>
          <p:cNvPr id="416" name="Google Shape;416;p42"/>
          <p:cNvSpPr/>
          <p:nvPr/>
        </p:nvSpPr>
        <p:spPr>
          <a:xfrm>
            <a:off x="5030096" y="3227475"/>
            <a:ext cx="1840500" cy="66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Arimo"/>
                <a:ea typeface="Arimo"/>
                <a:cs typeface="Arimo"/>
                <a:sym typeface="Arimo"/>
              </a:rPr>
              <a:t>Reduction or elimination strategy</a:t>
            </a:r>
            <a:endParaRPr b="1" sz="1200">
              <a:solidFill>
                <a:schemeClr val="dk1"/>
              </a:solidFill>
              <a:latin typeface="Arimo"/>
              <a:ea typeface="Arimo"/>
              <a:cs typeface="Arimo"/>
              <a:sym typeface="Arimo"/>
            </a:endParaRPr>
          </a:p>
        </p:txBody>
      </p:sp>
      <p:sp>
        <p:nvSpPr>
          <p:cNvPr id="417" name="Google Shape;417;p42"/>
          <p:cNvSpPr/>
          <p:nvPr/>
        </p:nvSpPr>
        <p:spPr>
          <a:xfrm>
            <a:off x="5030075" y="1855875"/>
            <a:ext cx="1840500" cy="66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Arimo"/>
                <a:ea typeface="Arimo"/>
                <a:cs typeface="Arimo"/>
                <a:sym typeface="Arimo"/>
              </a:rPr>
              <a:t>Reorientation or abandonment strategy</a:t>
            </a:r>
            <a:endParaRPr b="1" sz="1200">
              <a:solidFill>
                <a:schemeClr val="dk1"/>
              </a:solidFill>
              <a:latin typeface="Arimo"/>
              <a:ea typeface="Arimo"/>
              <a:cs typeface="Arimo"/>
              <a:sym typeface="Arimo"/>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1" name="Shape 421"/>
        <p:cNvGrpSpPr/>
        <p:nvPr/>
      </p:nvGrpSpPr>
      <p:grpSpPr>
        <a:xfrm>
          <a:off x="0" y="0"/>
          <a:ext cx="0" cy="0"/>
          <a:chOff x="0" y="0"/>
          <a:chExt cx="0" cy="0"/>
        </a:xfrm>
      </p:grpSpPr>
      <p:pic>
        <p:nvPicPr>
          <p:cNvPr id="422" name="Google Shape;422;p43" title="Gráfico">
            <a:hlinkClick r:id="rId3"/>
          </p:cNvPr>
          <p:cNvPicPr preferRelativeResize="0"/>
          <p:nvPr/>
        </p:nvPicPr>
        <p:blipFill>
          <a:blip r:embed="rId4">
            <a:alphaModFix/>
          </a:blip>
          <a:stretch>
            <a:fillRect/>
          </a:stretch>
        </p:blipFill>
        <p:spPr>
          <a:xfrm>
            <a:off x="3365425" y="1881054"/>
            <a:ext cx="2413151" cy="1492142"/>
          </a:xfrm>
          <a:prstGeom prst="rect">
            <a:avLst/>
          </a:prstGeom>
          <a:noFill/>
          <a:ln>
            <a:noFill/>
          </a:ln>
        </p:spPr>
      </p:pic>
      <p:sp>
        <p:nvSpPr>
          <p:cNvPr id="423" name="Google Shape;423;p43"/>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TARGET INFOGRAPHICS</a:t>
            </a:r>
            <a:endParaRPr/>
          </a:p>
        </p:txBody>
      </p:sp>
      <p:sp>
        <p:nvSpPr>
          <p:cNvPr id="424" name="Google Shape;424;p43"/>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rimo Medium"/>
                <a:ea typeface="Arimo Medium"/>
                <a:cs typeface="Arimo Medium"/>
                <a:sym typeface="Arimo Medium"/>
              </a:rPr>
              <a:t>Follow the link in the graph to modify its data and then paste the new one here. </a:t>
            </a:r>
            <a:r>
              <a:rPr lang="en" sz="1000" u="sng">
                <a:solidFill>
                  <a:schemeClr val="dk1"/>
                </a:solidFill>
                <a:latin typeface="Arimo Medium"/>
                <a:ea typeface="Arimo Medium"/>
                <a:cs typeface="Arimo Medium"/>
                <a:sym typeface="Arimo Medium"/>
                <a:hlinkClick r:id="rId5">
                  <a:extLst>
                    <a:ext uri="{A12FA001-AC4F-418D-AE19-62706E023703}">
                      <ahyp:hlinkClr val="tx"/>
                    </a:ext>
                  </a:extLst>
                </a:hlinkClick>
              </a:rPr>
              <a:t>For more info, click here</a:t>
            </a:r>
            <a:endParaRPr sz="1000" u="sng">
              <a:solidFill>
                <a:schemeClr val="dk1"/>
              </a:solidFill>
              <a:latin typeface="Arimo Medium"/>
              <a:ea typeface="Arimo Medium"/>
              <a:cs typeface="Arimo Medium"/>
              <a:sym typeface="Arimo Medium"/>
            </a:endParaRPr>
          </a:p>
        </p:txBody>
      </p:sp>
      <p:sp>
        <p:nvSpPr>
          <p:cNvPr id="425" name="Google Shape;425;p43"/>
          <p:cNvSpPr txBox="1"/>
          <p:nvPr/>
        </p:nvSpPr>
        <p:spPr>
          <a:xfrm>
            <a:off x="3303450" y="1263267"/>
            <a:ext cx="2537100" cy="484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Lexend Exa"/>
                <a:ea typeface="Lexend Exa"/>
                <a:cs typeface="Lexend Exa"/>
                <a:sym typeface="Lexend Exa"/>
              </a:rPr>
              <a:t>LOCATIONS</a:t>
            </a:r>
            <a:endParaRPr b="1" sz="1800">
              <a:solidFill>
                <a:schemeClr val="dk1"/>
              </a:solidFill>
              <a:latin typeface="Lexend Exa"/>
              <a:ea typeface="Lexend Exa"/>
              <a:cs typeface="Lexend Exa"/>
              <a:sym typeface="Lexend Exa"/>
            </a:endParaRPr>
          </a:p>
        </p:txBody>
      </p:sp>
      <p:sp>
        <p:nvSpPr>
          <p:cNvPr id="426" name="Google Shape;426;p43"/>
          <p:cNvSpPr txBox="1"/>
          <p:nvPr/>
        </p:nvSpPr>
        <p:spPr>
          <a:xfrm>
            <a:off x="6010950" y="1846575"/>
            <a:ext cx="2289000" cy="2489400"/>
          </a:xfrm>
          <a:prstGeom prst="rect">
            <a:avLst/>
          </a:prstGeom>
          <a:noFill/>
          <a:ln>
            <a:noFill/>
          </a:ln>
        </p:spPr>
        <p:txBody>
          <a:bodyPr anchorCtr="0" anchor="t" bIns="91425" lIns="91425" spcFirstLastPara="1" rIns="91425" wrap="square" tIns="91425">
            <a:noAutofit/>
          </a:bodyPr>
          <a:lstStyle/>
          <a:p>
            <a:pPr indent="-133350" lvl="0" marL="228600" rtl="0" algn="l">
              <a:spcBef>
                <a:spcPts val="0"/>
              </a:spcBef>
              <a:spcAft>
                <a:spcPts val="0"/>
              </a:spcAft>
              <a:buClr>
                <a:schemeClr val="dk1"/>
              </a:buClr>
              <a:buSzPts val="1200"/>
              <a:buFont typeface="Arimo Medium"/>
              <a:buChar char="●"/>
            </a:pPr>
            <a:r>
              <a:rPr lang="en" sz="1200">
                <a:solidFill>
                  <a:schemeClr val="dk1"/>
                </a:solidFill>
                <a:latin typeface="Arimo Medium"/>
                <a:ea typeface="Arimo Medium"/>
                <a:cs typeface="Arimo Medium"/>
                <a:sym typeface="Arimo Medium"/>
              </a:rPr>
              <a:t>They may be interested in personal and professional development, as the target audience is both employees and students</a:t>
            </a:r>
            <a:endParaRPr sz="1200">
              <a:solidFill>
                <a:schemeClr val="dk1"/>
              </a:solidFill>
              <a:latin typeface="Arimo Medium"/>
              <a:ea typeface="Arimo Medium"/>
              <a:cs typeface="Arimo Medium"/>
              <a:sym typeface="Arimo Medium"/>
            </a:endParaRPr>
          </a:p>
          <a:p>
            <a:pPr indent="-133350" lvl="0" marL="228600" rtl="0" algn="l">
              <a:spcBef>
                <a:spcPts val="1000"/>
              </a:spcBef>
              <a:spcAft>
                <a:spcPts val="1000"/>
              </a:spcAft>
              <a:buClr>
                <a:schemeClr val="dk1"/>
              </a:buClr>
              <a:buSzPts val="1200"/>
              <a:buFont typeface="Arimo Medium"/>
              <a:buChar char="●"/>
            </a:pPr>
            <a:r>
              <a:rPr lang="en" sz="1200">
                <a:solidFill>
                  <a:schemeClr val="dk1"/>
                </a:solidFill>
                <a:latin typeface="Arimo Medium"/>
                <a:ea typeface="Arimo Medium"/>
                <a:cs typeface="Arimo Medium"/>
                <a:sym typeface="Arimo Medium"/>
              </a:rPr>
              <a:t>They may be tech-savvy and use technology to streamline their work and personal life</a:t>
            </a:r>
            <a:endParaRPr sz="1200">
              <a:solidFill>
                <a:schemeClr val="dk1"/>
              </a:solidFill>
              <a:latin typeface="Arimo Medium"/>
              <a:ea typeface="Arimo Medium"/>
              <a:cs typeface="Arimo Medium"/>
              <a:sym typeface="Arimo Medium"/>
            </a:endParaRPr>
          </a:p>
        </p:txBody>
      </p:sp>
      <p:sp>
        <p:nvSpPr>
          <p:cNvPr id="427" name="Google Shape;427;p43"/>
          <p:cNvSpPr txBox="1"/>
          <p:nvPr/>
        </p:nvSpPr>
        <p:spPr>
          <a:xfrm>
            <a:off x="719988" y="1263267"/>
            <a:ext cx="2537100" cy="484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Lexend Exa"/>
                <a:ea typeface="Lexend Exa"/>
                <a:cs typeface="Lexend Exa"/>
                <a:sym typeface="Lexend Exa"/>
              </a:rPr>
              <a:t>DEMOGRAPHICS</a:t>
            </a:r>
            <a:endParaRPr b="1" sz="1800">
              <a:solidFill>
                <a:schemeClr val="dk1"/>
              </a:solidFill>
              <a:latin typeface="Lexend Exa"/>
              <a:ea typeface="Lexend Exa"/>
              <a:cs typeface="Lexend Exa"/>
              <a:sym typeface="Lexend Exa"/>
            </a:endParaRPr>
          </a:p>
        </p:txBody>
      </p:sp>
      <p:sp>
        <p:nvSpPr>
          <p:cNvPr id="428" name="Google Shape;428;p43"/>
          <p:cNvSpPr txBox="1"/>
          <p:nvPr/>
        </p:nvSpPr>
        <p:spPr>
          <a:xfrm>
            <a:off x="720000" y="1837475"/>
            <a:ext cx="11745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Arimo"/>
                <a:ea typeface="Arimo"/>
                <a:cs typeface="Arimo"/>
                <a:sym typeface="Arimo"/>
              </a:rPr>
              <a:t>Age</a:t>
            </a:r>
            <a:endParaRPr b="1" sz="1200">
              <a:solidFill>
                <a:schemeClr val="dk1"/>
              </a:solidFill>
              <a:latin typeface="Arimo"/>
              <a:ea typeface="Arimo"/>
              <a:cs typeface="Arimo"/>
              <a:sym typeface="Arimo"/>
            </a:endParaRPr>
          </a:p>
        </p:txBody>
      </p:sp>
      <p:sp>
        <p:nvSpPr>
          <p:cNvPr id="429" name="Google Shape;429;p43"/>
          <p:cNvSpPr txBox="1"/>
          <p:nvPr/>
        </p:nvSpPr>
        <p:spPr>
          <a:xfrm>
            <a:off x="720000" y="2346931"/>
            <a:ext cx="11745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Arimo"/>
                <a:ea typeface="Arimo"/>
                <a:cs typeface="Arimo"/>
                <a:sym typeface="Arimo"/>
              </a:rPr>
              <a:t>Gender</a:t>
            </a:r>
            <a:endParaRPr b="1" sz="1200">
              <a:solidFill>
                <a:schemeClr val="dk1"/>
              </a:solidFill>
              <a:latin typeface="Arimo"/>
              <a:ea typeface="Arimo"/>
              <a:cs typeface="Arimo"/>
              <a:sym typeface="Arimo"/>
            </a:endParaRPr>
          </a:p>
        </p:txBody>
      </p:sp>
      <p:sp>
        <p:nvSpPr>
          <p:cNvPr id="430" name="Google Shape;430;p43"/>
          <p:cNvSpPr txBox="1"/>
          <p:nvPr/>
        </p:nvSpPr>
        <p:spPr>
          <a:xfrm>
            <a:off x="720000" y="2856388"/>
            <a:ext cx="11745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Arimo"/>
                <a:ea typeface="Arimo"/>
                <a:cs typeface="Arimo"/>
                <a:sym typeface="Arimo"/>
              </a:rPr>
              <a:t>Occupation</a:t>
            </a:r>
            <a:endParaRPr b="1" sz="1200">
              <a:solidFill>
                <a:schemeClr val="dk1"/>
              </a:solidFill>
              <a:latin typeface="Arimo"/>
              <a:ea typeface="Arimo"/>
              <a:cs typeface="Arimo"/>
              <a:sym typeface="Arimo"/>
            </a:endParaRPr>
          </a:p>
        </p:txBody>
      </p:sp>
      <p:sp>
        <p:nvSpPr>
          <p:cNvPr id="431" name="Google Shape;431;p43"/>
          <p:cNvSpPr txBox="1"/>
          <p:nvPr/>
        </p:nvSpPr>
        <p:spPr>
          <a:xfrm>
            <a:off x="720000" y="3365844"/>
            <a:ext cx="11745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Arimo"/>
                <a:ea typeface="Arimo"/>
                <a:cs typeface="Arimo"/>
                <a:sym typeface="Arimo"/>
              </a:rPr>
              <a:t>Family situation</a:t>
            </a:r>
            <a:endParaRPr b="1" sz="1200">
              <a:solidFill>
                <a:schemeClr val="dk1"/>
              </a:solidFill>
              <a:latin typeface="Arimo"/>
              <a:ea typeface="Arimo"/>
              <a:cs typeface="Arimo"/>
              <a:sym typeface="Arimo"/>
            </a:endParaRPr>
          </a:p>
        </p:txBody>
      </p:sp>
      <p:sp>
        <p:nvSpPr>
          <p:cNvPr id="432" name="Google Shape;432;p43"/>
          <p:cNvSpPr txBox="1"/>
          <p:nvPr/>
        </p:nvSpPr>
        <p:spPr>
          <a:xfrm>
            <a:off x="1894500" y="1837475"/>
            <a:ext cx="14388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Medium"/>
                <a:ea typeface="Arimo Medium"/>
                <a:cs typeface="Arimo Medium"/>
                <a:sym typeface="Arimo Medium"/>
              </a:rPr>
              <a:t>25-50 years old</a:t>
            </a:r>
            <a:endParaRPr sz="1200">
              <a:solidFill>
                <a:schemeClr val="dk1"/>
              </a:solidFill>
              <a:latin typeface="Arimo Medium"/>
              <a:ea typeface="Arimo Medium"/>
              <a:cs typeface="Arimo Medium"/>
              <a:sym typeface="Arimo Medium"/>
            </a:endParaRPr>
          </a:p>
        </p:txBody>
      </p:sp>
      <p:sp>
        <p:nvSpPr>
          <p:cNvPr id="433" name="Google Shape;433;p43"/>
          <p:cNvSpPr txBox="1"/>
          <p:nvPr/>
        </p:nvSpPr>
        <p:spPr>
          <a:xfrm>
            <a:off x="1894500" y="2346931"/>
            <a:ext cx="14388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Medium"/>
                <a:ea typeface="Arimo Medium"/>
                <a:cs typeface="Arimo Medium"/>
                <a:sym typeface="Arimo Medium"/>
              </a:rPr>
              <a:t>Male and female</a:t>
            </a:r>
            <a:endParaRPr sz="1200">
              <a:solidFill>
                <a:schemeClr val="dk1"/>
              </a:solidFill>
              <a:latin typeface="Arimo Medium"/>
              <a:ea typeface="Arimo Medium"/>
              <a:cs typeface="Arimo Medium"/>
              <a:sym typeface="Arimo Medium"/>
            </a:endParaRPr>
          </a:p>
        </p:txBody>
      </p:sp>
      <p:sp>
        <p:nvSpPr>
          <p:cNvPr id="434" name="Google Shape;434;p43"/>
          <p:cNvSpPr txBox="1"/>
          <p:nvPr/>
        </p:nvSpPr>
        <p:spPr>
          <a:xfrm>
            <a:off x="1894500" y="2856388"/>
            <a:ext cx="14388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Medium"/>
                <a:ea typeface="Arimo Medium"/>
                <a:cs typeface="Arimo Medium"/>
                <a:sym typeface="Arimo Medium"/>
              </a:rPr>
              <a:t>Employees</a:t>
            </a:r>
            <a:endParaRPr sz="1200">
              <a:solidFill>
                <a:schemeClr val="dk1"/>
              </a:solidFill>
              <a:latin typeface="Arimo Medium"/>
              <a:ea typeface="Arimo Medium"/>
              <a:cs typeface="Arimo Medium"/>
              <a:sym typeface="Arimo Medium"/>
            </a:endParaRPr>
          </a:p>
          <a:p>
            <a:pPr indent="0" lvl="0" marL="0" rtl="0" algn="l">
              <a:spcBef>
                <a:spcPts val="0"/>
              </a:spcBef>
              <a:spcAft>
                <a:spcPts val="0"/>
              </a:spcAft>
              <a:buNone/>
            </a:pPr>
            <a:r>
              <a:rPr lang="en" sz="1200">
                <a:solidFill>
                  <a:schemeClr val="dk1"/>
                </a:solidFill>
                <a:latin typeface="Arimo Medium"/>
                <a:ea typeface="Arimo Medium"/>
                <a:cs typeface="Arimo Medium"/>
                <a:sym typeface="Arimo Medium"/>
              </a:rPr>
              <a:t>and students</a:t>
            </a:r>
            <a:endParaRPr sz="1200">
              <a:solidFill>
                <a:schemeClr val="dk1"/>
              </a:solidFill>
              <a:latin typeface="Arimo Medium"/>
              <a:ea typeface="Arimo Medium"/>
              <a:cs typeface="Arimo Medium"/>
              <a:sym typeface="Arimo Medium"/>
            </a:endParaRPr>
          </a:p>
        </p:txBody>
      </p:sp>
      <p:sp>
        <p:nvSpPr>
          <p:cNvPr id="435" name="Google Shape;435;p43"/>
          <p:cNvSpPr txBox="1"/>
          <p:nvPr/>
        </p:nvSpPr>
        <p:spPr>
          <a:xfrm>
            <a:off x="1894500" y="3365844"/>
            <a:ext cx="14388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Medium"/>
                <a:ea typeface="Arimo Medium"/>
                <a:cs typeface="Arimo Medium"/>
                <a:sym typeface="Arimo Medium"/>
              </a:rPr>
              <a:t>Single and married people</a:t>
            </a:r>
            <a:endParaRPr sz="1200">
              <a:solidFill>
                <a:schemeClr val="dk1"/>
              </a:solidFill>
              <a:latin typeface="Arimo Medium"/>
              <a:ea typeface="Arimo Medium"/>
              <a:cs typeface="Arimo Medium"/>
              <a:sym typeface="Arimo Medium"/>
            </a:endParaRPr>
          </a:p>
        </p:txBody>
      </p:sp>
      <p:sp>
        <p:nvSpPr>
          <p:cNvPr id="436" name="Google Shape;436;p43"/>
          <p:cNvSpPr txBox="1"/>
          <p:nvPr/>
        </p:nvSpPr>
        <p:spPr>
          <a:xfrm>
            <a:off x="5886888" y="1263267"/>
            <a:ext cx="2537100" cy="484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Lexend Exa"/>
                <a:ea typeface="Lexend Exa"/>
                <a:cs typeface="Lexend Exa"/>
                <a:sym typeface="Lexend Exa"/>
              </a:rPr>
              <a:t>BEHAVIOR</a:t>
            </a:r>
            <a:endParaRPr b="1" sz="1800">
              <a:solidFill>
                <a:schemeClr val="dk1"/>
              </a:solidFill>
              <a:latin typeface="Lexend Exa"/>
              <a:ea typeface="Lexend Exa"/>
              <a:cs typeface="Lexend Exa"/>
              <a:sym typeface="Lexend Exa"/>
            </a:endParaRPr>
          </a:p>
        </p:txBody>
      </p:sp>
      <p:sp>
        <p:nvSpPr>
          <p:cNvPr id="437" name="Google Shape;437;p43"/>
          <p:cNvSpPr txBox="1"/>
          <p:nvPr/>
        </p:nvSpPr>
        <p:spPr>
          <a:xfrm>
            <a:off x="720000" y="3875300"/>
            <a:ext cx="11745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Arimo"/>
                <a:ea typeface="Arimo"/>
                <a:cs typeface="Arimo"/>
                <a:sym typeface="Arimo"/>
              </a:rPr>
              <a:t>Income</a:t>
            </a:r>
            <a:endParaRPr b="1" sz="1200">
              <a:solidFill>
                <a:schemeClr val="dk1"/>
              </a:solidFill>
              <a:latin typeface="Arimo"/>
              <a:ea typeface="Arimo"/>
              <a:cs typeface="Arimo"/>
              <a:sym typeface="Arimo"/>
            </a:endParaRPr>
          </a:p>
        </p:txBody>
      </p:sp>
      <p:sp>
        <p:nvSpPr>
          <p:cNvPr id="438" name="Google Shape;438;p43"/>
          <p:cNvSpPr txBox="1"/>
          <p:nvPr/>
        </p:nvSpPr>
        <p:spPr>
          <a:xfrm>
            <a:off x="1894500" y="3875300"/>
            <a:ext cx="14388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Medium"/>
                <a:ea typeface="Arimo Medium"/>
                <a:cs typeface="Arimo Medium"/>
                <a:sym typeface="Arimo Medium"/>
              </a:rPr>
              <a:t>$50,000/year</a:t>
            </a:r>
            <a:endParaRPr sz="1200">
              <a:solidFill>
                <a:schemeClr val="dk1"/>
              </a:solidFill>
              <a:latin typeface="Arimo Medium"/>
              <a:ea typeface="Arimo Medium"/>
              <a:cs typeface="Arimo Medium"/>
              <a:sym typeface="Arimo Medium"/>
            </a:endParaRPr>
          </a:p>
        </p:txBody>
      </p:sp>
      <p:sp>
        <p:nvSpPr>
          <p:cNvPr id="439" name="Google Shape;439;p43"/>
          <p:cNvSpPr txBox="1"/>
          <p:nvPr/>
        </p:nvSpPr>
        <p:spPr>
          <a:xfrm>
            <a:off x="3542550" y="3430575"/>
            <a:ext cx="10983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Lexend Exa"/>
                <a:ea typeface="Lexend Exa"/>
                <a:cs typeface="Lexend Exa"/>
                <a:sym typeface="Lexend Exa"/>
              </a:rPr>
              <a:t>REGION</a:t>
            </a:r>
            <a:endParaRPr b="1" sz="1200">
              <a:solidFill>
                <a:schemeClr val="dk1"/>
              </a:solidFill>
              <a:latin typeface="Lexend Exa"/>
              <a:ea typeface="Lexend Exa"/>
              <a:cs typeface="Lexend Exa"/>
              <a:sym typeface="Lexend Exa"/>
            </a:endParaRPr>
          </a:p>
        </p:txBody>
      </p:sp>
      <p:sp>
        <p:nvSpPr>
          <p:cNvPr id="440" name="Google Shape;440;p43"/>
          <p:cNvSpPr txBox="1"/>
          <p:nvPr/>
        </p:nvSpPr>
        <p:spPr>
          <a:xfrm>
            <a:off x="4640850" y="3430575"/>
            <a:ext cx="9606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Medium"/>
                <a:ea typeface="Arimo Medium"/>
                <a:cs typeface="Arimo Medium"/>
                <a:sym typeface="Arimo Medium"/>
              </a:rPr>
              <a:t>Various</a:t>
            </a:r>
            <a:endParaRPr sz="1200">
              <a:solidFill>
                <a:schemeClr val="dk1"/>
              </a:solidFill>
              <a:latin typeface="Arimo Medium"/>
              <a:ea typeface="Arimo Medium"/>
              <a:cs typeface="Arimo Medium"/>
              <a:sym typeface="Arimo Medium"/>
            </a:endParaRPr>
          </a:p>
        </p:txBody>
      </p:sp>
      <p:sp>
        <p:nvSpPr>
          <p:cNvPr id="441" name="Google Shape;441;p43"/>
          <p:cNvSpPr txBox="1"/>
          <p:nvPr/>
        </p:nvSpPr>
        <p:spPr>
          <a:xfrm>
            <a:off x="3542550" y="3875300"/>
            <a:ext cx="10983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Lexend Exa"/>
                <a:ea typeface="Lexend Exa"/>
                <a:cs typeface="Lexend Exa"/>
                <a:sym typeface="Lexend Exa"/>
              </a:rPr>
              <a:t>AREA</a:t>
            </a:r>
            <a:endParaRPr b="1" sz="1200">
              <a:solidFill>
                <a:schemeClr val="dk1"/>
              </a:solidFill>
              <a:latin typeface="Lexend Exa"/>
              <a:ea typeface="Lexend Exa"/>
              <a:cs typeface="Lexend Exa"/>
              <a:sym typeface="Lexend Exa"/>
            </a:endParaRPr>
          </a:p>
        </p:txBody>
      </p:sp>
      <p:sp>
        <p:nvSpPr>
          <p:cNvPr id="442" name="Google Shape;442;p43"/>
          <p:cNvSpPr txBox="1"/>
          <p:nvPr/>
        </p:nvSpPr>
        <p:spPr>
          <a:xfrm>
            <a:off x="4640850" y="3875300"/>
            <a:ext cx="960600" cy="45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Medium"/>
                <a:ea typeface="Arimo Medium"/>
                <a:cs typeface="Arimo Medium"/>
                <a:sym typeface="Arimo Medium"/>
              </a:rPr>
              <a:t>Urban</a:t>
            </a:r>
            <a:endParaRPr sz="1200">
              <a:solidFill>
                <a:schemeClr val="dk1"/>
              </a:solidFill>
              <a:latin typeface="Arimo Medium"/>
              <a:ea typeface="Arimo Medium"/>
              <a:cs typeface="Arimo Medium"/>
              <a:sym typeface="Arimo Medium"/>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 name="Shape 446"/>
        <p:cNvGrpSpPr/>
        <p:nvPr/>
      </p:nvGrpSpPr>
      <p:grpSpPr>
        <a:xfrm>
          <a:off x="0" y="0"/>
          <a:ext cx="0" cy="0"/>
          <a:chOff x="0" y="0"/>
          <a:chExt cx="0" cy="0"/>
        </a:xfrm>
      </p:grpSpPr>
      <p:sp>
        <p:nvSpPr>
          <p:cNvPr id="447" name="Google Shape;447;p44"/>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ORGANIZATIONAL CHART</a:t>
            </a:r>
            <a:endParaRPr/>
          </a:p>
        </p:txBody>
      </p:sp>
      <p:cxnSp>
        <p:nvCxnSpPr>
          <p:cNvPr id="448" name="Google Shape;448;p44"/>
          <p:cNvCxnSpPr>
            <a:stCxn id="449" idx="2"/>
            <a:endCxn id="450" idx="0"/>
          </p:cNvCxnSpPr>
          <p:nvPr/>
        </p:nvCxnSpPr>
        <p:spPr>
          <a:xfrm flipH="1" rot="-5400000">
            <a:off x="5100385" y="1168138"/>
            <a:ext cx="489600" cy="1546200"/>
          </a:xfrm>
          <a:prstGeom prst="bentConnector3">
            <a:avLst>
              <a:gd fmla="val 49997" name="adj1"/>
            </a:avLst>
          </a:prstGeom>
          <a:noFill/>
          <a:ln cap="flat" cmpd="sng" w="19050">
            <a:solidFill>
              <a:schemeClr val="dk2"/>
            </a:solidFill>
            <a:prstDash val="solid"/>
            <a:miter lim="8000"/>
            <a:headEnd len="sm" w="sm" type="none"/>
            <a:tailEnd len="sm" w="sm" type="none"/>
          </a:ln>
        </p:spPr>
      </p:cxnSp>
      <p:cxnSp>
        <p:nvCxnSpPr>
          <p:cNvPr id="451" name="Google Shape;451;p44"/>
          <p:cNvCxnSpPr>
            <a:stCxn id="452" idx="0"/>
            <a:endCxn id="449" idx="2"/>
          </p:cNvCxnSpPr>
          <p:nvPr/>
        </p:nvCxnSpPr>
        <p:spPr>
          <a:xfrm rot="-5400000">
            <a:off x="3554296" y="1168104"/>
            <a:ext cx="489600" cy="1546200"/>
          </a:xfrm>
          <a:prstGeom prst="bentConnector3">
            <a:avLst>
              <a:gd fmla="val 49997" name="adj1"/>
            </a:avLst>
          </a:prstGeom>
          <a:noFill/>
          <a:ln cap="flat" cmpd="sng" w="19050">
            <a:solidFill>
              <a:schemeClr val="dk2"/>
            </a:solidFill>
            <a:prstDash val="solid"/>
            <a:miter lim="8000"/>
            <a:headEnd len="sm" w="sm" type="none"/>
            <a:tailEnd len="sm" w="sm" type="none"/>
          </a:ln>
        </p:spPr>
      </p:cxnSp>
      <p:cxnSp>
        <p:nvCxnSpPr>
          <p:cNvPr id="453" name="Google Shape;453;p44"/>
          <p:cNvCxnSpPr>
            <a:stCxn id="452" idx="2"/>
            <a:endCxn id="454" idx="0"/>
          </p:cNvCxnSpPr>
          <p:nvPr/>
        </p:nvCxnSpPr>
        <p:spPr>
          <a:xfrm flipH="1" rot="-5400000">
            <a:off x="3130996" y="2451804"/>
            <a:ext cx="528000" cy="738000"/>
          </a:xfrm>
          <a:prstGeom prst="bentConnector3">
            <a:avLst>
              <a:gd fmla="val 50003" name="adj1"/>
            </a:avLst>
          </a:prstGeom>
          <a:noFill/>
          <a:ln cap="flat" cmpd="sng" w="19050">
            <a:solidFill>
              <a:schemeClr val="dk2"/>
            </a:solidFill>
            <a:prstDash val="solid"/>
            <a:miter lim="8000"/>
            <a:headEnd len="sm" w="sm" type="none"/>
            <a:tailEnd len="sm" w="sm" type="none"/>
          </a:ln>
        </p:spPr>
      </p:cxnSp>
      <p:cxnSp>
        <p:nvCxnSpPr>
          <p:cNvPr id="455" name="Google Shape;455;p44"/>
          <p:cNvCxnSpPr>
            <a:stCxn id="456" idx="0"/>
            <a:endCxn id="452" idx="2"/>
          </p:cNvCxnSpPr>
          <p:nvPr/>
        </p:nvCxnSpPr>
        <p:spPr>
          <a:xfrm rot="-5400000">
            <a:off x="2392866" y="2451687"/>
            <a:ext cx="528000" cy="738300"/>
          </a:xfrm>
          <a:prstGeom prst="bentConnector3">
            <a:avLst>
              <a:gd fmla="val 50003" name="adj1"/>
            </a:avLst>
          </a:prstGeom>
          <a:noFill/>
          <a:ln cap="flat" cmpd="sng" w="19050">
            <a:solidFill>
              <a:schemeClr val="dk2"/>
            </a:solidFill>
            <a:prstDash val="solid"/>
            <a:miter lim="8000"/>
            <a:headEnd len="sm" w="sm" type="none"/>
            <a:tailEnd len="sm" w="sm" type="none"/>
          </a:ln>
        </p:spPr>
      </p:cxnSp>
      <p:cxnSp>
        <p:nvCxnSpPr>
          <p:cNvPr id="457" name="Google Shape;457;p44"/>
          <p:cNvCxnSpPr>
            <a:stCxn id="450" idx="2"/>
            <a:endCxn id="458" idx="0"/>
          </p:cNvCxnSpPr>
          <p:nvPr/>
        </p:nvCxnSpPr>
        <p:spPr>
          <a:xfrm flipH="1" rot="-5400000">
            <a:off x="6223169" y="2451804"/>
            <a:ext cx="528000" cy="738000"/>
          </a:xfrm>
          <a:prstGeom prst="bentConnector3">
            <a:avLst>
              <a:gd fmla="val 50003" name="adj1"/>
            </a:avLst>
          </a:prstGeom>
          <a:noFill/>
          <a:ln cap="flat" cmpd="sng" w="19050">
            <a:solidFill>
              <a:schemeClr val="dk2"/>
            </a:solidFill>
            <a:prstDash val="solid"/>
            <a:miter lim="8000"/>
            <a:headEnd len="sm" w="sm" type="none"/>
            <a:tailEnd len="sm" w="sm" type="none"/>
          </a:ln>
        </p:spPr>
      </p:cxnSp>
      <p:cxnSp>
        <p:nvCxnSpPr>
          <p:cNvPr id="459" name="Google Shape;459;p44"/>
          <p:cNvCxnSpPr>
            <a:stCxn id="460" idx="0"/>
            <a:endCxn id="450" idx="2"/>
          </p:cNvCxnSpPr>
          <p:nvPr/>
        </p:nvCxnSpPr>
        <p:spPr>
          <a:xfrm rot="-5400000">
            <a:off x="5485040" y="2451687"/>
            <a:ext cx="528000" cy="738300"/>
          </a:xfrm>
          <a:prstGeom prst="bentConnector3">
            <a:avLst>
              <a:gd fmla="val 50003" name="adj1"/>
            </a:avLst>
          </a:prstGeom>
          <a:noFill/>
          <a:ln cap="flat" cmpd="sng" w="19050">
            <a:solidFill>
              <a:schemeClr val="dk2"/>
            </a:solidFill>
            <a:prstDash val="solid"/>
            <a:miter lim="8000"/>
            <a:headEnd len="sm" w="sm" type="none"/>
            <a:tailEnd len="sm" w="sm" type="none"/>
          </a:ln>
        </p:spPr>
      </p:cxnSp>
      <p:cxnSp>
        <p:nvCxnSpPr>
          <p:cNvPr id="461" name="Google Shape;461;p44"/>
          <p:cNvCxnSpPr>
            <a:stCxn id="462" idx="0"/>
            <a:endCxn id="456" idx="2"/>
          </p:cNvCxnSpPr>
          <p:nvPr/>
        </p:nvCxnSpPr>
        <p:spPr>
          <a:xfrm rot="-5400000">
            <a:off x="1688288" y="3384270"/>
            <a:ext cx="528000" cy="670800"/>
          </a:xfrm>
          <a:prstGeom prst="bentConnector3">
            <a:avLst>
              <a:gd fmla="val 50003" name="adj1"/>
            </a:avLst>
          </a:prstGeom>
          <a:noFill/>
          <a:ln cap="flat" cmpd="sng" w="19050">
            <a:solidFill>
              <a:schemeClr val="dk2"/>
            </a:solidFill>
            <a:prstDash val="solid"/>
            <a:miter lim="8000"/>
            <a:headEnd len="sm" w="sm" type="none"/>
            <a:tailEnd len="sm" w="sm" type="none"/>
          </a:ln>
        </p:spPr>
      </p:cxnSp>
      <p:cxnSp>
        <p:nvCxnSpPr>
          <p:cNvPr id="463" name="Google Shape;463;p44"/>
          <p:cNvCxnSpPr>
            <a:stCxn id="464" idx="0"/>
            <a:endCxn id="456" idx="2"/>
          </p:cNvCxnSpPr>
          <p:nvPr/>
        </p:nvCxnSpPr>
        <p:spPr>
          <a:xfrm flipH="1" rot="5400000">
            <a:off x="2426531" y="3316920"/>
            <a:ext cx="528000" cy="805500"/>
          </a:xfrm>
          <a:prstGeom prst="bentConnector3">
            <a:avLst>
              <a:gd fmla="val 50003" name="adj1"/>
            </a:avLst>
          </a:prstGeom>
          <a:noFill/>
          <a:ln cap="flat" cmpd="sng" w="19050">
            <a:solidFill>
              <a:schemeClr val="dk2"/>
            </a:solidFill>
            <a:prstDash val="solid"/>
            <a:miter lim="8000"/>
            <a:headEnd len="sm" w="sm" type="none"/>
            <a:tailEnd len="sm" w="sm" type="none"/>
          </a:ln>
        </p:spPr>
      </p:cxnSp>
      <p:cxnSp>
        <p:nvCxnSpPr>
          <p:cNvPr id="465" name="Google Shape;465;p44"/>
          <p:cNvCxnSpPr>
            <a:stCxn id="466" idx="0"/>
            <a:endCxn id="460" idx="2"/>
          </p:cNvCxnSpPr>
          <p:nvPr/>
        </p:nvCxnSpPr>
        <p:spPr>
          <a:xfrm rot="-5400000">
            <a:off x="4713075" y="3316920"/>
            <a:ext cx="528000" cy="805500"/>
          </a:xfrm>
          <a:prstGeom prst="bentConnector3">
            <a:avLst>
              <a:gd fmla="val 50003" name="adj1"/>
            </a:avLst>
          </a:prstGeom>
          <a:noFill/>
          <a:ln cap="flat" cmpd="sng" w="19050">
            <a:solidFill>
              <a:schemeClr val="dk2"/>
            </a:solidFill>
            <a:prstDash val="solid"/>
            <a:miter lim="8000"/>
            <a:headEnd len="sm" w="sm" type="none"/>
            <a:tailEnd len="sm" w="sm" type="none"/>
          </a:ln>
        </p:spPr>
      </p:cxnSp>
      <p:cxnSp>
        <p:nvCxnSpPr>
          <p:cNvPr id="467" name="Google Shape;467;p44"/>
          <p:cNvCxnSpPr>
            <a:stCxn id="468" idx="0"/>
            <a:endCxn id="460" idx="2"/>
          </p:cNvCxnSpPr>
          <p:nvPr/>
        </p:nvCxnSpPr>
        <p:spPr>
          <a:xfrm flipH="1" rot="5400000">
            <a:off x="5451319" y="3384270"/>
            <a:ext cx="528000" cy="670800"/>
          </a:xfrm>
          <a:prstGeom prst="bentConnector3">
            <a:avLst>
              <a:gd fmla="val 50003" name="adj1"/>
            </a:avLst>
          </a:prstGeom>
          <a:noFill/>
          <a:ln cap="flat" cmpd="sng" w="19050">
            <a:solidFill>
              <a:schemeClr val="dk2"/>
            </a:solidFill>
            <a:prstDash val="solid"/>
            <a:miter lim="8000"/>
            <a:headEnd len="sm" w="sm" type="none"/>
            <a:tailEnd len="sm" w="sm" type="none"/>
          </a:ln>
        </p:spPr>
      </p:cxnSp>
      <p:cxnSp>
        <p:nvCxnSpPr>
          <p:cNvPr id="469" name="Google Shape;469;p44"/>
          <p:cNvCxnSpPr>
            <a:stCxn id="470" idx="0"/>
            <a:endCxn id="460" idx="2"/>
          </p:cNvCxnSpPr>
          <p:nvPr/>
        </p:nvCxnSpPr>
        <p:spPr>
          <a:xfrm flipH="1" rot="5400000">
            <a:off x="6189562" y="2646120"/>
            <a:ext cx="528000" cy="2147100"/>
          </a:xfrm>
          <a:prstGeom prst="bentConnector3">
            <a:avLst>
              <a:gd fmla="val 50003" name="adj1"/>
            </a:avLst>
          </a:prstGeom>
          <a:noFill/>
          <a:ln cap="flat" cmpd="sng" w="19050">
            <a:solidFill>
              <a:schemeClr val="dk2"/>
            </a:solidFill>
            <a:prstDash val="solid"/>
            <a:miter lim="8000"/>
            <a:headEnd len="sm" w="sm" type="none"/>
            <a:tailEnd len="sm" w="sm" type="none"/>
          </a:ln>
        </p:spPr>
      </p:cxnSp>
      <p:sp>
        <p:nvSpPr>
          <p:cNvPr id="449" name="Google Shape;449;p44"/>
          <p:cNvSpPr txBox="1"/>
          <p:nvPr/>
        </p:nvSpPr>
        <p:spPr>
          <a:xfrm>
            <a:off x="3899335" y="1325638"/>
            <a:ext cx="1345500" cy="3708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Archivo"/>
                <a:ea typeface="Archivo"/>
                <a:cs typeface="Archivo"/>
                <a:sym typeface="Archivo"/>
              </a:rPr>
              <a:t>CEO</a:t>
            </a:r>
            <a:endParaRPr b="1" sz="1200">
              <a:solidFill>
                <a:schemeClr val="dk1"/>
              </a:solidFill>
              <a:latin typeface="Archivo"/>
              <a:ea typeface="Archivo"/>
              <a:cs typeface="Archivo"/>
              <a:sym typeface="Archivo"/>
            </a:endParaRPr>
          </a:p>
        </p:txBody>
      </p:sp>
      <p:sp>
        <p:nvSpPr>
          <p:cNvPr id="452" name="Google Shape;452;p44"/>
          <p:cNvSpPr txBox="1"/>
          <p:nvPr/>
        </p:nvSpPr>
        <p:spPr>
          <a:xfrm>
            <a:off x="2354296" y="2186004"/>
            <a:ext cx="1343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CTO</a:t>
            </a:r>
            <a:endParaRPr sz="1200">
              <a:solidFill>
                <a:schemeClr val="dk1"/>
              </a:solidFill>
              <a:latin typeface="Archivo"/>
              <a:ea typeface="Archivo"/>
              <a:cs typeface="Archivo"/>
              <a:sym typeface="Archivo"/>
            </a:endParaRPr>
          </a:p>
        </p:txBody>
      </p:sp>
      <p:sp>
        <p:nvSpPr>
          <p:cNvPr id="450" name="Google Shape;450;p44"/>
          <p:cNvSpPr txBox="1"/>
          <p:nvPr/>
        </p:nvSpPr>
        <p:spPr>
          <a:xfrm>
            <a:off x="5446469" y="2186004"/>
            <a:ext cx="1343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CFO</a:t>
            </a:r>
            <a:endParaRPr sz="1200">
              <a:solidFill>
                <a:schemeClr val="dk1"/>
              </a:solidFill>
              <a:latin typeface="Archivo"/>
              <a:ea typeface="Archivo"/>
              <a:cs typeface="Archivo"/>
              <a:sym typeface="Archivo"/>
            </a:endParaRPr>
          </a:p>
        </p:txBody>
      </p:sp>
      <p:sp>
        <p:nvSpPr>
          <p:cNvPr id="458" name="Google Shape;458;p44"/>
          <p:cNvSpPr txBox="1"/>
          <p:nvPr/>
        </p:nvSpPr>
        <p:spPr>
          <a:xfrm>
            <a:off x="6267984" y="3084837"/>
            <a:ext cx="1176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Treasurer</a:t>
            </a:r>
            <a:endParaRPr sz="1200">
              <a:solidFill>
                <a:schemeClr val="dk1"/>
              </a:solidFill>
              <a:latin typeface="Archivo"/>
              <a:ea typeface="Archivo"/>
              <a:cs typeface="Archivo"/>
              <a:sym typeface="Archivo"/>
            </a:endParaRPr>
          </a:p>
        </p:txBody>
      </p:sp>
      <p:sp>
        <p:nvSpPr>
          <p:cNvPr id="460" name="Google Shape;460;p44"/>
          <p:cNvSpPr txBox="1"/>
          <p:nvPr/>
        </p:nvSpPr>
        <p:spPr>
          <a:xfrm>
            <a:off x="4791590" y="3084837"/>
            <a:ext cx="1176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Controller</a:t>
            </a:r>
            <a:endParaRPr sz="1200">
              <a:solidFill>
                <a:schemeClr val="dk1"/>
              </a:solidFill>
              <a:latin typeface="Archivo"/>
              <a:ea typeface="Archivo"/>
              <a:cs typeface="Archivo"/>
              <a:sym typeface="Archivo"/>
            </a:endParaRPr>
          </a:p>
        </p:txBody>
      </p:sp>
      <p:sp>
        <p:nvSpPr>
          <p:cNvPr id="454" name="Google Shape;454;p44"/>
          <p:cNvSpPr txBox="1"/>
          <p:nvPr/>
        </p:nvSpPr>
        <p:spPr>
          <a:xfrm>
            <a:off x="3175810" y="3084837"/>
            <a:ext cx="1176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Director of HR</a:t>
            </a:r>
            <a:endParaRPr sz="1200">
              <a:solidFill>
                <a:schemeClr val="dk1"/>
              </a:solidFill>
              <a:latin typeface="Archivo"/>
              <a:ea typeface="Archivo"/>
              <a:cs typeface="Archivo"/>
              <a:sym typeface="Archivo"/>
            </a:endParaRPr>
          </a:p>
        </p:txBody>
      </p:sp>
      <p:sp>
        <p:nvSpPr>
          <p:cNvPr id="456" name="Google Shape;456;p44"/>
          <p:cNvSpPr txBox="1"/>
          <p:nvPr/>
        </p:nvSpPr>
        <p:spPr>
          <a:xfrm>
            <a:off x="1699416" y="3084837"/>
            <a:ext cx="1176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Director of IT</a:t>
            </a:r>
            <a:endParaRPr sz="1200">
              <a:solidFill>
                <a:schemeClr val="dk1"/>
              </a:solidFill>
              <a:latin typeface="Archivo"/>
              <a:ea typeface="Archivo"/>
              <a:cs typeface="Archivo"/>
              <a:sym typeface="Archivo"/>
            </a:endParaRPr>
          </a:p>
        </p:txBody>
      </p:sp>
      <p:sp>
        <p:nvSpPr>
          <p:cNvPr id="468" name="Google Shape;468;p44"/>
          <p:cNvSpPr txBox="1"/>
          <p:nvPr/>
        </p:nvSpPr>
        <p:spPr>
          <a:xfrm>
            <a:off x="5462419" y="3983670"/>
            <a:ext cx="1176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Financial analyst</a:t>
            </a:r>
            <a:endParaRPr sz="1200">
              <a:solidFill>
                <a:schemeClr val="dk1"/>
              </a:solidFill>
              <a:latin typeface="Archivo"/>
              <a:ea typeface="Archivo"/>
              <a:cs typeface="Archivo"/>
              <a:sym typeface="Archivo"/>
            </a:endParaRPr>
          </a:p>
        </p:txBody>
      </p:sp>
      <p:sp>
        <p:nvSpPr>
          <p:cNvPr id="466" name="Google Shape;466;p44"/>
          <p:cNvSpPr txBox="1"/>
          <p:nvPr/>
        </p:nvSpPr>
        <p:spPr>
          <a:xfrm>
            <a:off x="3986025" y="3983670"/>
            <a:ext cx="1176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Accounting manager</a:t>
            </a:r>
            <a:endParaRPr sz="1200">
              <a:solidFill>
                <a:schemeClr val="dk1"/>
              </a:solidFill>
              <a:latin typeface="Archivo"/>
              <a:ea typeface="Archivo"/>
              <a:cs typeface="Archivo"/>
              <a:sym typeface="Archivo"/>
            </a:endParaRPr>
          </a:p>
        </p:txBody>
      </p:sp>
      <p:sp>
        <p:nvSpPr>
          <p:cNvPr id="464" name="Google Shape;464;p44"/>
          <p:cNvSpPr txBox="1"/>
          <p:nvPr/>
        </p:nvSpPr>
        <p:spPr>
          <a:xfrm>
            <a:off x="2504981" y="3983670"/>
            <a:ext cx="1176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IT manager</a:t>
            </a:r>
            <a:endParaRPr sz="1200">
              <a:solidFill>
                <a:schemeClr val="dk1"/>
              </a:solidFill>
              <a:latin typeface="Archivo"/>
              <a:ea typeface="Archivo"/>
              <a:cs typeface="Archivo"/>
              <a:sym typeface="Archivo"/>
            </a:endParaRPr>
          </a:p>
        </p:txBody>
      </p:sp>
      <p:sp>
        <p:nvSpPr>
          <p:cNvPr id="462" name="Google Shape;462;p44"/>
          <p:cNvSpPr txBox="1"/>
          <p:nvPr/>
        </p:nvSpPr>
        <p:spPr>
          <a:xfrm>
            <a:off x="1028588" y="3983670"/>
            <a:ext cx="1176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Systems administrator</a:t>
            </a:r>
            <a:endParaRPr sz="1200">
              <a:solidFill>
                <a:schemeClr val="dk1"/>
              </a:solidFill>
              <a:latin typeface="Archivo"/>
              <a:ea typeface="Archivo"/>
              <a:cs typeface="Archivo"/>
              <a:sym typeface="Archivo"/>
            </a:endParaRPr>
          </a:p>
        </p:txBody>
      </p:sp>
      <p:sp>
        <p:nvSpPr>
          <p:cNvPr id="470" name="Google Shape;470;p44"/>
          <p:cNvSpPr txBox="1"/>
          <p:nvPr/>
        </p:nvSpPr>
        <p:spPr>
          <a:xfrm>
            <a:off x="6938812" y="3983670"/>
            <a:ext cx="1176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Accounts payable</a:t>
            </a:r>
            <a:endParaRPr sz="1200">
              <a:solidFill>
                <a:schemeClr val="dk1"/>
              </a:solidFill>
              <a:latin typeface="Archivo"/>
              <a:ea typeface="Archivo"/>
              <a:cs typeface="Archivo"/>
              <a:sym typeface="Archivo"/>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 name="Shape 474"/>
        <p:cNvGrpSpPr/>
        <p:nvPr/>
      </p:nvGrpSpPr>
      <p:grpSpPr>
        <a:xfrm>
          <a:off x="0" y="0"/>
          <a:ext cx="0" cy="0"/>
          <a:chOff x="0" y="0"/>
          <a:chExt cx="0" cy="0"/>
        </a:xfrm>
      </p:grpSpPr>
      <p:pic>
        <p:nvPicPr>
          <p:cNvPr id="475" name="Google Shape;475;p45"/>
          <p:cNvPicPr preferRelativeResize="0"/>
          <p:nvPr/>
        </p:nvPicPr>
        <p:blipFill rotWithShape="1">
          <a:blip r:embed="rId3">
            <a:alphaModFix/>
          </a:blip>
          <a:srcRect b="52666" l="17154" r="15786" t="27799"/>
          <a:stretch/>
        </p:blipFill>
        <p:spPr>
          <a:xfrm flipH="1" rot="10800000">
            <a:off x="-65450" y="4687500"/>
            <a:ext cx="1845998" cy="831700"/>
          </a:xfrm>
          <a:prstGeom prst="rect">
            <a:avLst/>
          </a:prstGeom>
          <a:noFill/>
          <a:ln>
            <a:noFill/>
          </a:ln>
        </p:spPr>
      </p:pic>
      <p:pic>
        <p:nvPicPr>
          <p:cNvPr id="476" name="Google Shape;476;p45"/>
          <p:cNvPicPr preferRelativeResize="0"/>
          <p:nvPr/>
        </p:nvPicPr>
        <p:blipFill rotWithShape="1">
          <a:blip r:embed="rId3">
            <a:alphaModFix/>
          </a:blip>
          <a:srcRect b="52666" l="17154" r="15786" t="27799"/>
          <a:stretch/>
        </p:blipFill>
        <p:spPr>
          <a:xfrm>
            <a:off x="7796975" y="1206950"/>
            <a:ext cx="4047600" cy="831700"/>
          </a:xfrm>
          <a:prstGeom prst="rect">
            <a:avLst/>
          </a:prstGeom>
          <a:noFill/>
          <a:ln>
            <a:noFill/>
          </a:ln>
        </p:spPr>
      </p:pic>
      <p:pic>
        <p:nvPicPr>
          <p:cNvPr id="477" name="Google Shape;477;p45"/>
          <p:cNvPicPr preferRelativeResize="0"/>
          <p:nvPr/>
        </p:nvPicPr>
        <p:blipFill rotWithShape="1">
          <a:blip r:embed="rId4">
            <a:alphaModFix/>
          </a:blip>
          <a:srcRect b="15315" l="45323" r="44059" t="17777"/>
          <a:stretch/>
        </p:blipFill>
        <p:spPr>
          <a:xfrm>
            <a:off x="8759025" y="-8550"/>
            <a:ext cx="659549" cy="2886500"/>
          </a:xfrm>
          <a:prstGeom prst="rect">
            <a:avLst/>
          </a:prstGeom>
          <a:noFill/>
          <a:ln>
            <a:noFill/>
          </a:ln>
        </p:spPr>
      </p:pic>
      <p:sp>
        <p:nvSpPr>
          <p:cNvPr id="478" name="Google Shape;478;p45"/>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SIZE INFOGRAPHICS</a:t>
            </a:r>
            <a:endParaRPr/>
          </a:p>
        </p:txBody>
      </p:sp>
      <p:sp>
        <p:nvSpPr>
          <p:cNvPr id="479" name="Google Shape;479;p45"/>
          <p:cNvSpPr/>
          <p:nvPr/>
        </p:nvSpPr>
        <p:spPr>
          <a:xfrm>
            <a:off x="5026000" y="1354675"/>
            <a:ext cx="3249300" cy="3249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5"/>
          <p:cNvSpPr/>
          <p:nvPr/>
        </p:nvSpPr>
        <p:spPr>
          <a:xfrm>
            <a:off x="5303050" y="1908750"/>
            <a:ext cx="2695200" cy="2695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5"/>
          <p:cNvSpPr/>
          <p:nvPr/>
        </p:nvSpPr>
        <p:spPr>
          <a:xfrm>
            <a:off x="5835700" y="2974125"/>
            <a:ext cx="1629900" cy="162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5"/>
          <p:cNvSpPr txBox="1"/>
          <p:nvPr/>
        </p:nvSpPr>
        <p:spPr>
          <a:xfrm>
            <a:off x="5907100" y="1345750"/>
            <a:ext cx="14871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exend Exa"/>
                <a:ea typeface="Lexend Exa"/>
                <a:cs typeface="Lexend Exa"/>
                <a:sym typeface="Lexend Exa"/>
              </a:rPr>
              <a:t>$100 M</a:t>
            </a:r>
            <a:endParaRPr b="1" sz="2000">
              <a:solidFill>
                <a:schemeClr val="dk1"/>
              </a:solidFill>
              <a:latin typeface="Lexend Exa"/>
              <a:ea typeface="Lexend Exa"/>
              <a:cs typeface="Lexend Exa"/>
              <a:sym typeface="Lexend Exa"/>
            </a:endParaRPr>
          </a:p>
        </p:txBody>
      </p:sp>
      <p:sp>
        <p:nvSpPr>
          <p:cNvPr id="483" name="Google Shape;483;p45"/>
          <p:cNvSpPr txBox="1"/>
          <p:nvPr/>
        </p:nvSpPr>
        <p:spPr>
          <a:xfrm>
            <a:off x="5907100" y="2227875"/>
            <a:ext cx="14871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exend Exa"/>
                <a:ea typeface="Lexend Exa"/>
                <a:cs typeface="Lexend Exa"/>
                <a:sym typeface="Lexend Exa"/>
              </a:rPr>
              <a:t>$20 M</a:t>
            </a:r>
            <a:endParaRPr b="1" sz="2000">
              <a:solidFill>
                <a:schemeClr val="dk1"/>
              </a:solidFill>
              <a:latin typeface="Lexend Exa"/>
              <a:ea typeface="Lexend Exa"/>
              <a:cs typeface="Lexend Exa"/>
              <a:sym typeface="Lexend Exa"/>
            </a:endParaRPr>
          </a:p>
        </p:txBody>
      </p:sp>
      <p:sp>
        <p:nvSpPr>
          <p:cNvPr id="484" name="Google Shape;484;p45"/>
          <p:cNvSpPr txBox="1"/>
          <p:nvPr/>
        </p:nvSpPr>
        <p:spPr>
          <a:xfrm>
            <a:off x="5907100" y="3617875"/>
            <a:ext cx="14871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exend Exa"/>
                <a:ea typeface="Lexend Exa"/>
                <a:cs typeface="Lexend Exa"/>
                <a:sym typeface="Lexend Exa"/>
              </a:rPr>
              <a:t>$5 M</a:t>
            </a:r>
            <a:endParaRPr b="1" sz="2000">
              <a:solidFill>
                <a:schemeClr val="dk1"/>
              </a:solidFill>
              <a:latin typeface="Lexend Exa"/>
              <a:ea typeface="Lexend Exa"/>
              <a:cs typeface="Lexend Exa"/>
              <a:sym typeface="Lexend Exa"/>
            </a:endParaRPr>
          </a:p>
        </p:txBody>
      </p:sp>
      <p:sp>
        <p:nvSpPr>
          <p:cNvPr id="485" name="Google Shape;485;p45"/>
          <p:cNvSpPr/>
          <p:nvPr/>
        </p:nvSpPr>
        <p:spPr>
          <a:xfrm>
            <a:off x="713100" y="1388632"/>
            <a:ext cx="288900" cy="288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5"/>
          <p:cNvSpPr txBox="1"/>
          <p:nvPr/>
        </p:nvSpPr>
        <p:spPr>
          <a:xfrm>
            <a:off x="1135225" y="1345751"/>
            <a:ext cx="32037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900">
                <a:solidFill>
                  <a:schemeClr val="dk1"/>
                </a:solidFill>
                <a:latin typeface="Lexend Exa"/>
                <a:ea typeface="Lexend Exa"/>
                <a:cs typeface="Lexend Exa"/>
                <a:sym typeface="Lexend Exa"/>
              </a:rPr>
              <a:t>$100 M</a:t>
            </a:r>
            <a:endParaRPr b="1" sz="1900">
              <a:solidFill>
                <a:schemeClr val="dk1"/>
              </a:solidFill>
              <a:latin typeface="Lexend Exa"/>
              <a:ea typeface="Lexend Exa"/>
              <a:cs typeface="Lexend Exa"/>
              <a:sym typeface="Lexend Exa"/>
            </a:endParaRPr>
          </a:p>
        </p:txBody>
      </p:sp>
      <p:sp>
        <p:nvSpPr>
          <p:cNvPr id="487" name="Google Shape;487;p45"/>
          <p:cNvSpPr txBox="1"/>
          <p:nvPr/>
        </p:nvSpPr>
        <p:spPr>
          <a:xfrm>
            <a:off x="1135225" y="1682364"/>
            <a:ext cx="3203700" cy="655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a:ea typeface="Arimo"/>
                <a:cs typeface="Arimo"/>
                <a:sym typeface="Arimo"/>
              </a:rPr>
              <a:t>"With the innovative approach and unique features, we aim to capture a significant portion of the $100 million"</a:t>
            </a:r>
            <a:endParaRPr sz="1200">
              <a:solidFill>
                <a:schemeClr val="dk1"/>
              </a:solidFill>
              <a:latin typeface="Arimo"/>
              <a:ea typeface="Arimo"/>
              <a:cs typeface="Arimo"/>
              <a:sym typeface="Arimo"/>
            </a:endParaRPr>
          </a:p>
        </p:txBody>
      </p:sp>
      <p:sp>
        <p:nvSpPr>
          <p:cNvPr id="488" name="Google Shape;488;p45"/>
          <p:cNvSpPr txBox="1"/>
          <p:nvPr/>
        </p:nvSpPr>
        <p:spPr>
          <a:xfrm>
            <a:off x="1135225" y="2448768"/>
            <a:ext cx="32037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900">
                <a:solidFill>
                  <a:schemeClr val="dk1"/>
                </a:solidFill>
                <a:latin typeface="Lexend Exa"/>
                <a:ea typeface="Lexend Exa"/>
                <a:cs typeface="Lexend Exa"/>
                <a:sym typeface="Lexend Exa"/>
              </a:rPr>
              <a:t>$20 M</a:t>
            </a:r>
            <a:endParaRPr b="1" sz="1900">
              <a:solidFill>
                <a:schemeClr val="dk1"/>
              </a:solidFill>
              <a:latin typeface="Lexend Exa"/>
              <a:ea typeface="Lexend Exa"/>
              <a:cs typeface="Lexend Exa"/>
              <a:sym typeface="Lexend Exa"/>
            </a:endParaRPr>
          </a:p>
        </p:txBody>
      </p:sp>
      <p:sp>
        <p:nvSpPr>
          <p:cNvPr id="489" name="Google Shape;489;p45"/>
          <p:cNvSpPr txBox="1"/>
          <p:nvPr/>
        </p:nvSpPr>
        <p:spPr>
          <a:xfrm>
            <a:off x="1135225" y="2785381"/>
            <a:ext cx="3203700" cy="655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a:ea typeface="Arimo"/>
                <a:cs typeface="Arimo"/>
                <a:sym typeface="Arimo"/>
              </a:rPr>
              <a:t>"The research indicates that the market for [product/service] is projected to reach $20 million by next year"</a:t>
            </a:r>
            <a:endParaRPr sz="1200">
              <a:solidFill>
                <a:schemeClr val="dk1"/>
              </a:solidFill>
              <a:latin typeface="Arimo"/>
              <a:ea typeface="Arimo"/>
              <a:cs typeface="Arimo"/>
              <a:sym typeface="Arimo"/>
            </a:endParaRPr>
          </a:p>
        </p:txBody>
      </p:sp>
      <p:sp>
        <p:nvSpPr>
          <p:cNvPr id="490" name="Google Shape;490;p45"/>
          <p:cNvSpPr txBox="1"/>
          <p:nvPr/>
        </p:nvSpPr>
        <p:spPr>
          <a:xfrm>
            <a:off x="1135225" y="3551785"/>
            <a:ext cx="32037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900">
                <a:solidFill>
                  <a:schemeClr val="dk1"/>
                </a:solidFill>
                <a:latin typeface="Lexend Exa"/>
                <a:ea typeface="Lexend Exa"/>
                <a:cs typeface="Lexend Exa"/>
                <a:sym typeface="Lexend Exa"/>
              </a:rPr>
              <a:t>$5 M</a:t>
            </a:r>
            <a:endParaRPr b="1" sz="1900">
              <a:solidFill>
                <a:schemeClr val="dk1"/>
              </a:solidFill>
              <a:latin typeface="Lexend Exa"/>
              <a:ea typeface="Lexend Exa"/>
              <a:cs typeface="Lexend Exa"/>
              <a:sym typeface="Lexend Exa"/>
            </a:endParaRPr>
          </a:p>
        </p:txBody>
      </p:sp>
      <p:sp>
        <p:nvSpPr>
          <p:cNvPr id="491" name="Google Shape;491;p45"/>
          <p:cNvSpPr txBox="1"/>
          <p:nvPr/>
        </p:nvSpPr>
        <p:spPr>
          <a:xfrm>
            <a:off x="1135225" y="3888398"/>
            <a:ext cx="3203700" cy="655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imo"/>
                <a:ea typeface="Arimo"/>
                <a:cs typeface="Arimo"/>
                <a:sym typeface="Arimo"/>
              </a:rPr>
              <a:t>"The market for [product/service] is currently valued at $5 million"</a:t>
            </a:r>
            <a:endParaRPr sz="1200">
              <a:solidFill>
                <a:schemeClr val="dk1"/>
              </a:solidFill>
              <a:latin typeface="Arimo"/>
              <a:ea typeface="Arimo"/>
              <a:cs typeface="Arimo"/>
              <a:sym typeface="Arimo"/>
            </a:endParaRPr>
          </a:p>
        </p:txBody>
      </p:sp>
      <p:sp>
        <p:nvSpPr>
          <p:cNvPr id="492" name="Google Shape;492;p45"/>
          <p:cNvSpPr/>
          <p:nvPr/>
        </p:nvSpPr>
        <p:spPr>
          <a:xfrm>
            <a:off x="713100" y="2488257"/>
            <a:ext cx="288900" cy="28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5"/>
          <p:cNvSpPr/>
          <p:nvPr/>
        </p:nvSpPr>
        <p:spPr>
          <a:xfrm>
            <a:off x="713100" y="3587882"/>
            <a:ext cx="288900" cy="288900"/>
          </a:xfrm>
          <a:prstGeom prst="rect">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4" name="Google Shape;494;p45"/>
          <p:cNvCxnSpPr/>
          <p:nvPr/>
        </p:nvCxnSpPr>
        <p:spPr>
          <a:xfrm>
            <a:off x="338863" y="2436425"/>
            <a:ext cx="0" cy="2220300"/>
          </a:xfrm>
          <a:prstGeom prst="straightConnector1">
            <a:avLst/>
          </a:prstGeom>
          <a:noFill/>
          <a:ln cap="flat" cmpd="sng" w="19050">
            <a:solidFill>
              <a:schemeClr val="dk1"/>
            </a:solidFill>
            <a:prstDash val="solid"/>
            <a:round/>
            <a:headEnd len="med" w="med" type="none"/>
            <a:tailEnd len="med" w="med" type="none"/>
          </a:ln>
        </p:spPr>
      </p:cxnSp>
      <p:cxnSp>
        <p:nvCxnSpPr>
          <p:cNvPr id="495" name="Google Shape;495;p45"/>
          <p:cNvCxnSpPr/>
          <p:nvPr/>
        </p:nvCxnSpPr>
        <p:spPr>
          <a:xfrm>
            <a:off x="8936388" y="739650"/>
            <a:ext cx="0" cy="29298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9" name="Shape 499"/>
        <p:cNvGrpSpPr/>
        <p:nvPr/>
      </p:nvGrpSpPr>
      <p:grpSpPr>
        <a:xfrm>
          <a:off x="0" y="0"/>
          <a:ext cx="0" cy="0"/>
          <a:chOff x="0" y="0"/>
          <a:chExt cx="0" cy="0"/>
        </a:xfrm>
      </p:grpSpPr>
      <p:sp>
        <p:nvSpPr>
          <p:cNvPr id="500" name="Google Shape;500;p46"/>
          <p:cNvSpPr txBox="1"/>
          <p:nvPr>
            <p:ph type="title"/>
          </p:nvPr>
        </p:nvSpPr>
        <p:spPr>
          <a:xfrm>
            <a:off x="2216700" y="770925"/>
            <a:ext cx="4710600" cy="98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501" name="Google Shape;501;p46"/>
          <p:cNvSpPr txBox="1"/>
          <p:nvPr>
            <p:ph idx="1" type="subTitle"/>
          </p:nvPr>
        </p:nvSpPr>
        <p:spPr>
          <a:xfrm>
            <a:off x="3079650" y="1634888"/>
            <a:ext cx="2984700" cy="106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502" name="Google Shape;502;p46"/>
          <p:cNvSpPr/>
          <p:nvPr/>
        </p:nvSpPr>
        <p:spPr>
          <a:xfrm>
            <a:off x="3591573" y="29811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 name="Google Shape;503;p46"/>
          <p:cNvGrpSpPr/>
          <p:nvPr/>
        </p:nvGrpSpPr>
        <p:grpSpPr>
          <a:xfrm>
            <a:off x="4112114" y="2981090"/>
            <a:ext cx="407432" cy="407391"/>
            <a:chOff x="812101" y="2571761"/>
            <a:chExt cx="417066" cy="417024"/>
          </a:xfrm>
        </p:grpSpPr>
        <p:sp>
          <p:nvSpPr>
            <p:cNvPr id="504" name="Google Shape;504;p4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46"/>
          <p:cNvGrpSpPr/>
          <p:nvPr/>
        </p:nvGrpSpPr>
        <p:grpSpPr>
          <a:xfrm>
            <a:off x="4632708" y="2981090"/>
            <a:ext cx="407391" cy="407391"/>
            <a:chOff x="1323129" y="2571761"/>
            <a:chExt cx="417024" cy="417024"/>
          </a:xfrm>
        </p:grpSpPr>
        <p:sp>
          <p:nvSpPr>
            <p:cNvPr id="509" name="Google Shape;509;p4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46"/>
          <p:cNvGrpSpPr/>
          <p:nvPr/>
        </p:nvGrpSpPr>
        <p:grpSpPr>
          <a:xfrm>
            <a:off x="5153267" y="2985198"/>
            <a:ext cx="399178" cy="399178"/>
            <a:chOff x="2038375" y="3798025"/>
            <a:chExt cx="841792" cy="841792"/>
          </a:xfrm>
        </p:grpSpPr>
        <p:sp>
          <p:nvSpPr>
            <p:cNvPr id="514" name="Google Shape;514;p46"/>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6"/>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 name="Google Shape;516;p46"/>
          <p:cNvSpPr txBox="1"/>
          <p:nvPr/>
        </p:nvSpPr>
        <p:spPr>
          <a:xfrm>
            <a:off x="2496150" y="4112163"/>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imo"/>
                <a:ea typeface="Arimo"/>
                <a:cs typeface="Arimo"/>
                <a:sym typeface="Arimo"/>
              </a:rPr>
              <a:t>Please keep this slide for attribution</a:t>
            </a:r>
            <a:endParaRPr sz="1200">
              <a:solidFill>
                <a:schemeClr val="dk1"/>
              </a:solidFill>
              <a:latin typeface="Arimo"/>
              <a:ea typeface="Arimo"/>
              <a:cs typeface="Arimo"/>
              <a:sym typeface="Arimo"/>
            </a:endParaRPr>
          </a:p>
        </p:txBody>
      </p:sp>
      <p:cxnSp>
        <p:nvCxnSpPr>
          <p:cNvPr id="517" name="Google Shape;517;p46"/>
          <p:cNvCxnSpPr/>
          <p:nvPr/>
        </p:nvCxnSpPr>
        <p:spPr>
          <a:xfrm rot="10800000">
            <a:off x="713225" y="4906350"/>
            <a:ext cx="49050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 name="Shape 521"/>
        <p:cNvGrpSpPr/>
        <p:nvPr/>
      </p:nvGrpSpPr>
      <p:grpSpPr>
        <a:xfrm>
          <a:off x="0" y="0"/>
          <a:ext cx="0" cy="0"/>
          <a:chOff x="0" y="0"/>
          <a:chExt cx="0" cy="0"/>
        </a:xfrm>
      </p:grpSpPr>
      <p:pic>
        <p:nvPicPr>
          <p:cNvPr id="522" name="Google Shape;522;p47"/>
          <p:cNvPicPr preferRelativeResize="0"/>
          <p:nvPr/>
        </p:nvPicPr>
        <p:blipFill rotWithShape="1">
          <a:blip r:embed="rId3">
            <a:alphaModFix/>
          </a:blip>
          <a:srcRect b="40168" l="32018" r="29406" t="26378"/>
          <a:stretch/>
        </p:blipFill>
        <p:spPr>
          <a:xfrm flipH="1" rot="10800000">
            <a:off x="5026650" y="3163994"/>
            <a:ext cx="3064498" cy="1494882"/>
          </a:xfrm>
          <a:prstGeom prst="rect">
            <a:avLst/>
          </a:prstGeom>
          <a:noFill/>
          <a:ln>
            <a:noFill/>
          </a:ln>
        </p:spPr>
      </p:pic>
      <p:pic>
        <p:nvPicPr>
          <p:cNvPr id="523" name="Google Shape;523;p47"/>
          <p:cNvPicPr preferRelativeResize="0"/>
          <p:nvPr/>
        </p:nvPicPr>
        <p:blipFill rotWithShape="1">
          <a:blip r:embed="rId4">
            <a:alphaModFix/>
          </a:blip>
          <a:srcRect b="23442" l="41559" r="47688" t="9195"/>
          <a:stretch/>
        </p:blipFill>
        <p:spPr>
          <a:xfrm>
            <a:off x="6957925" y="2964025"/>
            <a:ext cx="871800" cy="1185600"/>
          </a:xfrm>
          <a:prstGeom prst="rect">
            <a:avLst/>
          </a:prstGeom>
          <a:noFill/>
          <a:ln>
            <a:noFill/>
          </a:ln>
        </p:spPr>
      </p:pic>
      <p:pic>
        <p:nvPicPr>
          <p:cNvPr id="524" name="Google Shape;524;p47"/>
          <p:cNvPicPr preferRelativeResize="0"/>
          <p:nvPr/>
        </p:nvPicPr>
        <p:blipFill rotWithShape="1">
          <a:blip r:embed="rId5">
            <a:alphaModFix/>
          </a:blip>
          <a:srcRect b="30360" l="14408" r="52078" t="10134"/>
          <a:stretch/>
        </p:blipFill>
        <p:spPr>
          <a:xfrm>
            <a:off x="930025" y="2257125"/>
            <a:ext cx="2458450" cy="2455399"/>
          </a:xfrm>
          <a:prstGeom prst="rect">
            <a:avLst/>
          </a:prstGeom>
          <a:noFill/>
          <a:ln>
            <a:noFill/>
          </a:ln>
        </p:spPr>
      </p:pic>
      <p:sp>
        <p:nvSpPr>
          <p:cNvPr id="525" name="Google Shape;525;p47"/>
          <p:cNvSpPr txBox="1"/>
          <p:nvPr>
            <p:ph idx="1" type="body"/>
          </p:nvPr>
        </p:nvSpPr>
        <p:spPr>
          <a:xfrm>
            <a:off x="712375" y="1152475"/>
            <a:ext cx="7719300" cy="96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1000"/>
              </a:spcAft>
              <a:buNone/>
            </a:pPr>
            <a:r>
              <a:rPr lang="en" sz="2100">
                <a:latin typeface="Lexend Exa ExtraBold"/>
                <a:ea typeface="Lexend Exa ExtraBold"/>
                <a:cs typeface="Lexend Exa ExtraBold"/>
                <a:sym typeface="Lexend Exa ExtraBold"/>
              </a:rPr>
              <a:t>VECTORS:</a:t>
            </a:r>
            <a:endParaRPr/>
          </a:p>
        </p:txBody>
      </p:sp>
      <p:sp>
        <p:nvSpPr>
          <p:cNvPr id="526" name="Google Shape;526;p47"/>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cxnSp>
        <p:nvCxnSpPr>
          <p:cNvPr id="527" name="Google Shape;527;p47"/>
          <p:cNvCxnSpPr/>
          <p:nvPr/>
        </p:nvCxnSpPr>
        <p:spPr>
          <a:xfrm>
            <a:off x="2319563" y="4149625"/>
            <a:ext cx="2246700" cy="0"/>
          </a:xfrm>
          <a:prstGeom prst="straightConnector1">
            <a:avLst/>
          </a:prstGeom>
          <a:noFill/>
          <a:ln cap="flat" cmpd="sng" w="19050">
            <a:solidFill>
              <a:schemeClr val="dk1"/>
            </a:solidFill>
            <a:prstDash val="solid"/>
            <a:round/>
            <a:headEnd len="med" w="med" type="none"/>
            <a:tailEnd len="med" w="med" type="none"/>
          </a:ln>
        </p:spPr>
      </p:cxnSp>
      <p:cxnSp>
        <p:nvCxnSpPr>
          <p:cNvPr id="528" name="Google Shape;528;p47"/>
          <p:cNvCxnSpPr/>
          <p:nvPr/>
        </p:nvCxnSpPr>
        <p:spPr>
          <a:xfrm>
            <a:off x="7393813" y="2198575"/>
            <a:ext cx="0" cy="1453200"/>
          </a:xfrm>
          <a:prstGeom prst="straightConnector1">
            <a:avLst/>
          </a:prstGeom>
          <a:noFill/>
          <a:ln cap="flat" cmpd="sng" w="19050">
            <a:solidFill>
              <a:schemeClr val="dk1"/>
            </a:solidFill>
            <a:prstDash val="solid"/>
            <a:round/>
            <a:headEnd len="med" w="med" type="none"/>
            <a:tailEnd len="med" w="med" type="none"/>
          </a:ln>
        </p:spPr>
      </p:cxnSp>
      <p:pic>
        <p:nvPicPr>
          <p:cNvPr id="529" name="Google Shape;529;p47"/>
          <p:cNvPicPr preferRelativeResize="0"/>
          <p:nvPr/>
        </p:nvPicPr>
        <p:blipFill rotWithShape="1">
          <a:blip r:embed="rId6">
            <a:alphaModFix/>
          </a:blip>
          <a:srcRect b="30136" l="14498" r="51989" t="9652"/>
          <a:stretch/>
        </p:blipFill>
        <p:spPr>
          <a:xfrm>
            <a:off x="2603800" y="2257125"/>
            <a:ext cx="1380408" cy="1395125"/>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48"/>
          <p:cNvSpPr txBox="1"/>
          <p:nvPr>
            <p:ph idx="1" type="body"/>
          </p:nvPr>
        </p:nvSpPr>
        <p:spPr>
          <a:xfrm>
            <a:off x="712375" y="1152475"/>
            <a:ext cx="7719300" cy="23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4C2A19"/>
              </a:buClr>
              <a:buSzPts val="1100"/>
              <a:buFont typeface="Arial"/>
              <a:buNone/>
            </a:pPr>
            <a:r>
              <a:rPr lang="en"/>
              <a:t>Did you like the resources on this template? Get them for free at our other websites:</a:t>
            </a:r>
            <a:endParaRPr/>
          </a:p>
          <a:p>
            <a:pPr indent="0" lvl="0" marL="0" rtl="0" algn="l">
              <a:spcBef>
                <a:spcPts val="1000"/>
              </a:spcBef>
              <a:spcAft>
                <a:spcPts val="0"/>
              </a:spcAft>
              <a:buNone/>
            </a:pPr>
            <a:r>
              <a:rPr lang="en" sz="2100">
                <a:latin typeface="Lexend Exa ExtraBold"/>
                <a:ea typeface="Lexend Exa ExtraBold"/>
                <a:cs typeface="Lexend Exa ExtraBold"/>
                <a:sym typeface="Lexend Exa ExtraBold"/>
              </a:rPr>
              <a:t>VECTORS:</a:t>
            </a:r>
            <a:endParaRPr sz="2100">
              <a:latin typeface="Lexend Exa ExtraBold"/>
              <a:ea typeface="Lexend Exa ExtraBold"/>
              <a:cs typeface="Lexend Exa ExtraBold"/>
              <a:sym typeface="Lexend Exa ExtraBold"/>
            </a:endParaRPr>
          </a:p>
          <a:p>
            <a:pPr indent="-304800" lvl="0" marL="457200" rtl="0" algn="l">
              <a:spcBef>
                <a:spcPts val="1000"/>
              </a:spcBef>
              <a:spcAft>
                <a:spcPts val="0"/>
              </a:spcAft>
              <a:buClr>
                <a:schemeClr val="dk1"/>
              </a:buClr>
              <a:buSzPts val="1200"/>
              <a:buFont typeface="Arimo"/>
              <a:buChar char="●"/>
            </a:pPr>
            <a:r>
              <a:rPr lang="en" u="sng">
                <a:hlinkClick r:id="rId3"/>
              </a:rPr>
              <a:t>Gradient dance lessons instagram posts</a:t>
            </a:r>
            <a:endParaRPr/>
          </a:p>
          <a:p>
            <a:pPr indent="0" lvl="0" marL="0" rtl="0" algn="l">
              <a:spcBef>
                <a:spcPts val="1000"/>
              </a:spcBef>
              <a:spcAft>
                <a:spcPts val="0"/>
              </a:spcAft>
              <a:buNone/>
            </a:pPr>
            <a:r>
              <a:rPr lang="en" sz="2100">
                <a:latin typeface="Lexend Exa ExtraBold"/>
                <a:ea typeface="Lexend Exa ExtraBold"/>
                <a:cs typeface="Lexend Exa ExtraBold"/>
                <a:sym typeface="Lexend Exa ExtraBold"/>
              </a:rPr>
              <a:t>PHOTOS</a:t>
            </a:r>
            <a:r>
              <a:rPr lang="en" sz="2100">
                <a:latin typeface="Lexend Exa ExtraBold"/>
                <a:ea typeface="Lexend Exa ExtraBold"/>
                <a:cs typeface="Lexend Exa ExtraBold"/>
                <a:sym typeface="Lexend Exa ExtraBold"/>
              </a:rPr>
              <a:t>:</a:t>
            </a:r>
            <a:endParaRPr sz="2100">
              <a:latin typeface="Lexend Exa ExtraBold"/>
              <a:ea typeface="Lexend Exa ExtraBold"/>
              <a:cs typeface="Lexend Exa ExtraBold"/>
              <a:sym typeface="Lexend Exa ExtraBold"/>
            </a:endParaRPr>
          </a:p>
          <a:p>
            <a:pPr indent="-304800" lvl="0" marL="457200" rtl="0" algn="l">
              <a:spcBef>
                <a:spcPts val="1000"/>
              </a:spcBef>
              <a:spcAft>
                <a:spcPts val="0"/>
              </a:spcAft>
              <a:buClr>
                <a:schemeClr val="dk1"/>
              </a:buClr>
              <a:buSzPts val="1200"/>
              <a:buFont typeface="Arimo"/>
              <a:buChar char="●"/>
            </a:pPr>
            <a:r>
              <a:rPr lang="en" u="sng">
                <a:hlinkClick r:id="rId4"/>
              </a:rPr>
              <a:t>Lifestyle people office</a:t>
            </a:r>
            <a:endParaRPr/>
          </a:p>
          <a:p>
            <a:pPr indent="-304800" lvl="0" marL="457200" rtl="0" algn="l">
              <a:spcBef>
                <a:spcPts val="0"/>
              </a:spcBef>
              <a:spcAft>
                <a:spcPts val="0"/>
              </a:spcAft>
              <a:buClr>
                <a:schemeClr val="dk1"/>
              </a:buClr>
              <a:buSzPts val="1200"/>
              <a:buChar char="●"/>
            </a:pPr>
            <a:r>
              <a:rPr lang="en" u="sng">
                <a:hlinkClick r:id="rId5"/>
              </a:rPr>
              <a:t>People practicing social integration workspace</a:t>
            </a:r>
            <a:endParaRPr/>
          </a:p>
        </p:txBody>
      </p:sp>
      <p:sp>
        <p:nvSpPr>
          <p:cNvPr id="535" name="Google Shape;535;p48"/>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9" name="Shape 539"/>
        <p:cNvGrpSpPr/>
        <p:nvPr/>
      </p:nvGrpSpPr>
      <p:grpSpPr>
        <a:xfrm>
          <a:off x="0" y="0"/>
          <a:ext cx="0" cy="0"/>
          <a:chOff x="0" y="0"/>
          <a:chExt cx="0" cy="0"/>
        </a:xfrm>
      </p:grpSpPr>
      <p:sp>
        <p:nvSpPr>
          <p:cNvPr id="540" name="Google Shape;540;p4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41" name="Google Shape;541;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5" name="Shape 545"/>
        <p:cNvGrpSpPr/>
        <p:nvPr/>
      </p:nvGrpSpPr>
      <p:grpSpPr>
        <a:xfrm>
          <a:off x="0" y="0"/>
          <a:ext cx="0" cy="0"/>
          <a:chOff x="0" y="0"/>
          <a:chExt cx="0" cy="0"/>
        </a:xfrm>
      </p:grpSpPr>
      <p:sp>
        <p:nvSpPr>
          <p:cNvPr id="546" name="Google Shape;546;p5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547" name="Google Shape;547;p5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1" name="Shape 551"/>
        <p:cNvGrpSpPr/>
        <p:nvPr/>
      </p:nvGrpSpPr>
      <p:grpSpPr>
        <a:xfrm>
          <a:off x="0" y="0"/>
          <a:ext cx="0" cy="0"/>
          <a:chOff x="0" y="0"/>
          <a:chExt cx="0" cy="0"/>
        </a:xfrm>
      </p:grpSpPr>
      <p:sp>
        <p:nvSpPr>
          <p:cNvPr id="552" name="Google Shape;552;p51"/>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Lexend Exa</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u="sng">
                <a:solidFill>
                  <a:srgbClr val="FFFFFF"/>
                </a:solidFill>
                <a:latin typeface="Arial"/>
                <a:ea typeface="Arial"/>
                <a:cs typeface="Arial"/>
                <a:sym typeface="Arial"/>
                <a:hlinkClick r:id="rId3">
                  <a:extLst>
                    <a:ext uri="{A12FA001-AC4F-418D-AE19-62706E023703}">
                      <ahyp:hlinkClr val="tx"/>
                    </a:ext>
                  </a:extLst>
                </a:hlinkClick>
              </a:rPr>
              <a:t>https://fonts.google.com/specimen/Lexend+Exa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Arimo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u="sng">
                <a:solidFill>
                  <a:srgbClr val="FFFFFF"/>
                </a:solidFill>
                <a:latin typeface="Arial"/>
                <a:ea typeface="Arial"/>
                <a:cs typeface="Arial"/>
                <a:sym typeface="Arial"/>
                <a:hlinkClick r:id="rId4">
                  <a:extLst>
                    <a:ext uri="{A12FA001-AC4F-418D-AE19-62706E023703}">
                      <ahyp:hlinkClr val="tx"/>
                    </a:ext>
                  </a:extLst>
                </a:hlinkClick>
              </a:rPr>
              <a:t>https://fonts.google.com/specimen/Arimo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553" name="Google Shape;553;p51"/>
          <p:cNvSpPr/>
          <p:nvPr/>
        </p:nvSpPr>
        <p:spPr>
          <a:xfrm>
            <a:off x="3114463" y="2988225"/>
            <a:ext cx="791400" cy="754200"/>
          </a:xfrm>
          <a:prstGeom prst="roundRect">
            <a:avLst>
              <a:gd fmla="val 16667" name="adj"/>
            </a:avLst>
          </a:prstGeom>
          <a:solidFill>
            <a:srgbClr val="1818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1"/>
          <p:cNvSpPr/>
          <p:nvPr/>
        </p:nvSpPr>
        <p:spPr>
          <a:xfrm>
            <a:off x="4176282" y="2988225"/>
            <a:ext cx="791400" cy="754200"/>
          </a:xfrm>
          <a:prstGeom prst="roundRect">
            <a:avLst>
              <a:gd fmla="val 16667" name="adj"/>
            </a:avLst>
          </a:prstGeom>
          <a:solidFill>
            <a:srgbClr val="FFF9F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1"/>
          <p:cNvSpPr txBox="1"/>
          <p:nvPr/>
        </p:nvSpPr>
        <p:spPr>
          <a:xfrm>
            <a:off x="31144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#181818</a:t>
            </a:r>
            <a:endParaRPr sz="1000">
              <a:solidFill>
                <a:srgbClr val="FFFFFF"/>
              </a:solidFill>
            </a:endParaRPr>
          </a:p>
        </p:txBody>
      </p:sp>
      <p:sp>
        <p:nvSpPr>
          <p:cNvPr id="556" name="Google Shape;556;p51"/>
          <p:cNvSpPr txBox="1"/>
          <p:nvPr/>
        </p:nvSpPr>
        <p:spPr>
          <a:xfrm>
            <a:off x="41762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#fff9f7</a:t>
            </a:r>
            <a:endParaRPr sz="1000"/>
          </a:p>
        </p:txBody>
      </p:sp>
      <p:sp>
        <p:nvSpPr>
          <p:cNvPr id="557" name="Google Shape;557;p51"/>
          <p:cNvSpPr/>
          <p:nvPr/>
        </p:nvSpPr>
        <p:spPr>
          <a:xfrm>
            <a:off x="5238113" y="2988225"/>
            <a:ext cx="791400" cy="754200"/>
          </a:xfrm>
          <a:prstGeom prst="roundRect">
            <a:avLst>
              <a:gd fmla="val 16667" name="adj"/>
            </a:avLst>
          </a:prstGeom>
          <a:solidFill>
            <a:srgbClr val="EC9B2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1"/>
          <p:cNvSpPr/>
          <p:nvPr/>
        </p:nvSpPr>
        <p:spPr>
          <a:xfrm>
            <a:off x="3645445" y="3919325"/>
            <a:ext cx="791400" cy="754200"/>
          </a:xfrm>
          <a:prstGeom prst="roundRect">
            <a:avLst>
              <a:gd fmla="val 16667" name="adj"/>
            </a:avLst>
          </a:prstGeom>
          <a:solidFill>
            <a:srgbClr val="FFCC7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1"/>
          <p:cNvSpPr txBox="1"/>
          <p:nvPr/>
        </p:nvSpPr>
        <p:spPr>
          <a:xfrm>
            <a:off x="52381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#ec9b22</a:t>
            </a:r>
            <a:endParaRPr sz="1000">
              <a:solidFill>
                <a:srgbClr val="FFFFFF"/>
              </a:solidFill>
            </a:endParaRPr>
          </a:p>
        </p:txBody>
      </p:sp>
      <p:sp>
        <p:nvSpPr>
          <p:cNvPr id="560" name="Google Shape;560;p51"/>
          <p:cNvSpPr txBox="1"/>
          <p:nvPr/>
        </p:nvSpPr>
        <p:spPr>
          <a:xfrm>
            <a:off x="36454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#ffcc7d</a:t>
            </a:r>
            <a:endParaRPr sz="1000"/>
          </a:p>
        </p:txBody>
      </p:sp>
      <p:sp>
        <p:nvSpPr>
          <p:cNvPr id="561" name="Google Shape;561;p5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562" name="Google Shape;562;p51"/>
          <p:cNvSpPr/>
          <p:nvPr/>
        </p:nvSpPr>
        <p:spPr>
          <a:xfrm>
            <a:off x="4707295" y="3919325"/>
            <a:ext cx="791400" cy="754200"/>
          </a:xfrm>
          <a:prstGeom prst="roundRect">
            <a:avLst>
              <a:gd fmla="val 16667" name="adj"/>
            </a:avLst>
          </a:prstGeom>
          <a:solidFill>
            <a:srgbClr val="C977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1"/>
          <p:cNvSpPr txBox="1"/>
          <p:nvPr/>
        </p:nvSpPr>
        <p:spPr>
          <a:xfrm>
            <a:off x="4707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#c97700</a:t>
            </a:r>
            <a:endParaRPr sz="1000"/>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7" name="Shape 567"/>
        <p:cNvGrpSpPr/>
        <p:nvPr/>
      </p:nvGrpSpPr>
      <p:grpSpPr>
        <a:xfrm>
          <a:off x="0" y="0"/>
          <a:ext cx="0" cy="0"/>
          <a:chOff x="0" y="0"/>
          <a:chExt cx="0" cy="0"/>
        </a:xfrm>
      </p:grpSpPr>
      <p:sp>
        <p:nvSpPr>
          <p:cNvPr id="568" name="Google Shape;568;p52"/>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569" name="Google Shape;569;p5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570" name="Google Shape;570;p52"/>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571" name="Google Shape;571;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572" name="Google Shape;572;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573" name="Google Shape;573;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574" name="Google Shape;574;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575" name="Google Shape;575;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576" name="Google Shape;576;p52"/>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577" name="Google Shape;577;p52"/>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578" name="Google Shape;578;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579" name="Google Shape;579;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3" name="Shape 583"/>
        <p:cNvGrpSpPr/>
        <p:nvPr/>
      </p:nvGrpSpPr>
      <p:grpSpPr>
        <a:xfrm>
          <a:off x="0" y="0"/>
          <a:ext cx="0" cy="0"/>
          <a:chOff x="0" y="0"/>
          <a:chExt cx="0" cy="0"/>
        </a:xfrm>
      </p:grpSpPr>
      <p:sp>
        <p:nvSpPr>
          <p:cNvPr id="584" name="Google Shape;584;p53"/>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585" name="Google Shape;585;p53"/>
          <p:cNvGrpSpPr/>
          <p:nvPr/>
        </p:nvGrpSpPr>
        <p:grpSpPr>
          <a:xfrm>
            <a:off x="5117640" y="3085736"/>
            <a:ext cx="474294" cy="551291"/>
            <a:chOff x="4727025" y="1332775"/>
            <a:chExt cx="59900" cy="69625"/>
          </a:xfrm>
        </p:grpSpPr>
        <p:sp>
          <p:nvSpPr>
            <p:cNvPr id="586" name="Google Shape;586;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53"/>
          <p:cNvGrpSpPr/>
          <p:nvPr/>
        </p:nvGrpSpPr>
        <p:grpSpPr>
          <a:xfrm>
            <a:off x="5731296" y="2314340"/>
            <a:ext cx="555653" cy="557031"/>
            <a:chOff x="4820425" y="1329900"/>
            <a:chExt cx="70175" cy="70350"/>
          </a:xfrm>
        </p:grpSpPr>
        <p:sp>
          <p:nvSpPr>
            <p:cNvPr id="589" name="Google Shape;589;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 name="Google Shape;593;p53"/>
          <p:cNvGrpSpPr/>
          <p:nvPr/>
        </p:nvGrpSpPr>
        <p:grpSpPr>
          <a:xfrm>
            <a:off x="6357664" y="2318845"/>
            <a:ext cx="582574" cy="533871"/>
            <a:chOff x="4903200" y="1331525"/>
            <a:chExt cx="73575" cy="67425"/>
          </a:xfrm>
        </p:grpSpPr>
        <p:sp>
          <p:nvSpPr>
            <p:cNvPr id="594" name="Google Shape;594;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 name="Google Shape;596;p53"/>
          <p:cNvGrpSpPr/>
          <p:nvPr/>
        </p:nvGrpSpPr>
        <p:grpSpPr>
          <a:xfrm>
            <a:off x="5717142" y="3078709"/>
            <a:ext cx="583960" cy="565345"/>
            <a:chOff x="4815575" y="1416800"/>
            <a:chExt cx="73750" cy="71400"/>
          </a:xfrm>
        </p:grpSpPr>
        <p:sp>
          <p:nvSpPr>
            <p:cNvPr id="597" name="Google Shape;597;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53"/>
          <p:cNvGrpSpPr/>
          <p:nvPr/>
        </p:nvGrpSpPr>
        <p:grpSpPr>
          <a:xfrm>
            <a:off x="6351924" y="3108896"/>
            <a:ext cx="589898" cy="504970"/>
            <a:chOff x="4902475" y="1418875"/>
            <a:chExt cx="74500" cy="63775"/>
          </a:xfrm>
        </p:grpSpPr>
        <p:sp>
          <p:nvSpPr>
            <p:cNvPr id="601" name="Google Shape;601;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 name="Google Shape;603;p53"/>
          <p:cNvGrpSpPr/>
          <p:nvPr/>
        </p:nvGrpSpPr>
        <p:grpSpPr>
          <a:xfrm>
            <a:off x="5727139" y="3826000"/>
            <a:ext cx="563967" cy="567127"/>
            <a:chOff x="4818100" y="1507675"/>
            <a:chExt cx="71225" cy="71625"/>
          </a:xfrm>
        </p:grpSpPr>
        <p:sp>
          <p:nvSpPr>
            <p:cNvPr id="604" name="Google Shape;604;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 name="Google Shape;608;p53"/>
          <p:cNvGrpSpPr/>
          <p:nvPr/>
        </p:nvGrpSpPr>
        <p:grpSpPr>
          <a:xfrm>
            <a:off x="5040636" y="3829461"/>
            <a:ext cx="628301" cy="588505"/>
            <a:chOff x="4721450" y="1509475"/>
            <a:chExt cx="79350" cy="74325"/>
          </a:xfrm>
        </p:grpSpPr>
        <p:sp>
          <p:nvSpPr>
            <p:cNvPr id="609" name="Google Shape;609;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53"/>
          <p:cNvGrpSpPr/>
          <p:nvPr/>
        </p:nvGrpSpPr>
        <p:grpSpPr>
          <a:xfrm>
            <a:off x="6386170" y="3814027"/>
            <a:ext cx="557038" cy="562772"/>
            <a:chOff x="4906800" y="1507500"/>
            <a:chExt cx="70350" cy="71075"/>
          </a:xfrm>
        </p:grpSpPr>
        <p:sp>
          <p:nvSpPr>
            <p:cNvPr id="614" name="Google Shape;614;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53"/>
          <p:cNvGrpSpPr/>
          <p:nvPr/>
        </p:nvGrpSpPr>
        <p:grpSpPr>
          <a:xfrm>
            <a:off x="4423778" y="2340963"/>
            <a:ext cx="517934" cy="517934"/>
            <a:chOff x="3736598" y="2170606"/>
            <a:chExt cx="404889" cy="404889"/>
          </a:xfrm>
        </p:grpSpPr>
        <p:sp>
          <p:nvSpPr>
            <p:cNvPr id="620" name="Google Shape;620;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 name="Google Shape;624;p53"/>
          <p:cNvGrpSpPr/>
          <p:nvPr/>
        </p:nvGrpSpPr>
        <p:grpSpPr>
          <a:xfrm>
            <a:off x="3690839" y="2341061"/>
            <a:ext cx="586986" cy="517740"/>
            <a:chOff x="3161917" y="2170682"/>
            <a:chExt cx="458870" cy="404737"/>
          </a:xfrm>
        </p:grpSpPr>
        <p:sp>
          <p:nvSpPr>
            <p:cNvPr id="625" name="Google Shape;625;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53"/>
          <p:cNvGrpSpPr/>
          <p:nvPr/>
        </p:nvGrpSpPr>
        <p:grpSpPr>
          <a:xfrm>
            <a:off x="3713860" y="3102400"/>
            <a:ext cx="540943" cy="517963"/>
            <a:chOff x="3179914" y="2889488"/>
            <a:chExt cx="422876" cy="404911"/>
          </a:xfrm>
        </p:grpSpPr>
        <p:sp>
          <p:nvSpPr>
            <p:cNvPr id="629" name="Google Shape;629;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53"/>
          <p:cNvGrpSpPr/>
          <p:nvPr/>
        </p:nvGrpSpPr>
        <p:grpSpPr>
          <a:xfrm>
            <a:off x="4414654" y="3102358"/>
            <a:ext cx="536180" cy="518047"/>
            <a:chOff x="3729467" y="2889422"/>
            <a:chExt cx="419153" cy="404977"/>
          </a:xfrm>
        </p:grpSpPr>
        <p:sp>
          <p:nvSpPr>
            <p:cNvPr id="636" name="Google Shape;636;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53"/>
          <p:cNvGrpSpPr/>
          <p:nvPr/>
        </p:nvGrpSpPr>
        <p:grpSpPr>
          <a:xfrm>
            <a:off x="1951688" y="3445787"/>
            <a:ext cx="965351" cy="134611"/>
            <a:chOff x="4411970" y="2962952"/>
            <a:chExt cx="706544" cy="104212"/>
          </a:xfrm>
        </p:grpSpPr>
        <p:sp>
          <p:nvSpPr>
            <p:cNvPr id="644" name="Google Shape;644;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 name="Google Shape;648;p53"/>
          <p:cNvGrpSpPr/>
          <p:nvPr/>
        </p:nvGrpSpPr>
        <p:grpSpPr>
          <a:xfrm>
            <a:off x="1951688" y="3041077"/>
            <a:ext cx="960158" cy="289172"/>
            <a:chOff x="4411970" y="2726085"/>
            <a:chExt cx="643107" cy="193659"/>
          </a:xfrm>
        </p:grpSpPr>
        <p:sp>
          <p:nvSpPr>
            <p:cNvPr id="649" name="Google Shape;649;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53"/>
          <p:cNvGrpSpPr/>
          <p:nvPr/>
        </p:nvGrpSpPr>
        <p:grpSpPr>
          <a:xfrm>
            <a:off x="960185" y="3295400"/>
            <a:ext cx="811503" cy="252584"/>
            <a:chOff x="4411970" y="4340222"/>
            <a:chExt cx="779467" cy="242683"/>
          </a:xfrm>
        </p:grpSpPr>
        <p:sp>
          <p:nvSpPr>
            <p:cNvPr id="653" name="Google Shape;653;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53"/>
          <p:cNvGrpSpPr/>
          <p:nvPr/>
        </p:nvGrpSpPr>
        <p:grpSpPr>
          <a:xfrm>
            <a:off x="1951688" y="2709308"/>
            <a:ext cx="965160" cy="216230"/>
            <a:chOff x="4411970" y="2468674"/>
            <a:chExt cx="747317" cy="167425"/>
          </a:xfrm>
        </p:grpSpPr>
        <p:sp>
          <p:nvSpPr>
            <p:cNvPr id="657" name="Google Shape;657;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 name="Google Shape;659;p5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 name="Google Shape;660;p53"/>
          <p:cNvGrpSpPr/>
          <p:nvPr/>
        </p:nvGrpSpPr>
        <p:grpSpPr>
          <a:xfrm>
            <a:off x="959254" y="2334687"/>
            <a:ext cx="1959041" cy="208784"/>
            <a:chOff x="6336019" y="3733725"/>
            <a:chExt cx="2566206" cy="351310"/>
          </a:xfrm>
        </p:grpSpPr>
        <p:sp>
          <p:nvSpPr>
            <p:cNvPr id="661" name="Google Shape;661;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 name="Google Shape;665;p53"/>
          <p:cNvGrpSpPr/>
          <p:nvPr/>
        </p:nvGrpSpPr>
        <p:grpSpPr>
          <a:xfrm>
            <a:off x="1951688" y="3950602"/>
            <a:ext cx="946551" cy="153200"/>
            <a:chOff x="4404545" y="3301592"/>
            <a:chExt cx="782403" cy="129272"/>
          </a:xfrm>
        </p:grpSpPr>
        <p:sp>
          <p:nvSpPr>
            <p:cNvPr id="666" name="Google Shape;666;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53"/>
          <p:cNvGrpSpPr/>
          <p:nvPr/>
        </p:nvGrpSpPr>
        <p:grpSpPr>
          <a:xfrm>
            <a:off x="1951688" y="3695937"/>
            <a:ext cx="962257" cy="139127"/>
            <a:chOff x="4411970" y="3131459"/>
            <a:chExt cx="710520" cy="117397"/>
          </a:xfrm>
        </p:grpSpPr>
        <p:sp>
          <p:nvSpPr>
            <p:cNvPr id="669" name="Google Shape;669;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71" name="Google Shape;671;p5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 name="Google Shape;672;p53"/>
          <p:cNvGrpSpPr/>
          <p:nvPr/>
        </p:nvGrpSpPr>
        <p:grpSpPr>
          <a:xfrm>
            <a:off x="951833" y="3621603"/>
            <a:ext cx="823838" cy="458988"/>
            <a:chOff x="4411970" y="1801825"/>
            <a:chExt cx="734586" cy="409262"/>
          </a:xfrm>
        </p:grpSpPr>
        <p:sp>
          <p:nvSpPr>
            <p:cNvPr id="673" name="Google Shape;673;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53"/>
          <p:cNvGrpSpPr/>
          <p:nvPr/>
        </p:nvGrpSpPr>
        <p:grpSpPr>
          <a:xfrm>
            <a:off x="3056804" y="2339173"/>
            <a:ext cx="521514" cy="521514"/>
            <a:chOff x="5681300" y="2527788"/>
            <a:chExt cx="805800" cy="805800"/>
          </a:xfrm>
        </p:grpSpPr>
        <p:sp>
          <p:nvSpPr>
            <p:cNvPr id="676" name="Google Shape;676;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 name="Google Shape;678;p53"/>
          <p:cNvGrpSpPr/>
          <p:nvPr/>
        </p:nvGrpSpPr>
        <p:grpSpPr>
          <a:xfrm>
            <a:off x="3051044" y="3094865"/>
            <a:ext cx="533033" cy="533033"/>
            <a:chOff x="4049800" y="640400"/>
            <a:chExt cx="858900" cy="858900"/>
          </a:xfrm>
        </p:grpSpPr>
        <p:sp>
          <p:nvSpPr>
            <p:cNvPr id="679" name="Google Shape;679;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 name="Google Shape;681;p53"/>
          <p:cNvGrpSpPr/>
          <p:nvPr/>
        </p:nvGrpSpPr>
        <p:grpSpPr>
          <a:xfrm>
            <a:off x="2976527" y="3772543"/>
            <a:ext cx="682068" cy="682068"/>
            <a:chOff x="5080188" y="927900"/>
            <a:chExt cx="961200" cy="961200"/>
          </a:xfrm>
        </p:grpSpPr>
        <p:sp>
          <p:nvSpPr>
            <p:cNvPr id="682" name="Google Shape;682;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 name="Google Shape;690;p53"/>
          <p:cNvGrpSpPr/>
          <p:nvPr/>
        </p:nvGrpSpPr>
        <p:grpSpPr>
          <a:xfrm>
            <a:off x="4440026" y="3869234"/>
            <a:ext cx="505650" cy="504006"/>
            <a:chOff x="6039282" y="1042577"/>
            <a:chExt cx="734315" cy="731929"/>
          </a:xfrm>
        </p:grpSpPr>
        <p:sp>
          <p:nvSpPr>
            <p:cNvPr id="691" name="Google Shape;691;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 name="Google Shape;712;p53"/>
          <p:cNvGrpSpPr/>
          <p:nvPr/>
        </p:nvGrpSpPr>
        <p:grpSpPr>
          <a:xfrm>
            <a:off x="5052628" y="2298862"/>
            <a:ext cx="567744" cy="602136"/>
            <a:chOff x="1825800" y="1651625"/>
            <a:chExt cx="539989" cy="571775"/>
          </a:xfrm>
        </p:grpSpPr>
        <p:sp>
          <p:nvSpPr>
            <p:cNvPr id="713" name="Google Shape;713;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 name="Google Shape;717;p53"/>
          <p:cNvGrpSpPr/>
          <p:nvPr/>
        </p:nvGrpSpPr>
        <p:grpSpPr>
          <a:xfrm>
            <a:off x="3727557" y="3855579"/>
            <a:ext cx="508123" cy="507955"/>
            <a:chOff x="1897577" y="2802432"/>
            <a:chExt cx="492176" cy="492014"/>
          </a:xfrm>
        </p:grpSpPr>
        <p:sp>
          <p:nvSpPr>
            <p:cNvPr id="718" name="Google Shape;718;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53"/>
          <p:cNvGrpSpPr/>
          <p:nvPr/>
        </p:nvGrpSpPr>
        <p:grpSpPr>
          <a:xfrm>
            <a:off x="959087" y="4169123"/>
            <a:ext cx="809227" cy="200842"/>
            <a:chOff x="2013045" y="4813233"/>
            <a:chExt cx="921986" cy="228854"/>
          </a:xfrm>
        </p:grpSpPr>
        <p:sp>
          <p:nvSpPr>
            <p:cNvPr id="731" name="Google Shape;731;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 name="Google Shape;733;p53"/>
          <p:cNvGrpSpPr/>
          <p:nvPr/>
        </p:nvGrpSpPr>
        <p:grpSpPr>
          <a:xfrm>
            <a:off x="967547" y="2656004"/>
            <a:ext cx="792421" cy="269941"/>
            <a:chOff x="1046767" y="4756633"/>
            <a:chExt cx="859646" cy="292841"/>
          </a:xfrm>
        </p:grpSpPr>
        <p:sp>
          <p:nvSpPr>
            <p:cNvPr id="734" name="Google Shape;734;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 name="Google Shape;737;p5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 name="Google Shape;741;p53"/>
          <p:cNvGrpSpPr/>
          <p:nvPr/>
        </p:nvGrpSpPr>
        <p:grpSpPr>
          <a:xfrm>
            <a:off x="7103403" y="2550562"/>
            <a:ext cx="166473" cy="141497"/>
            <a:chOff x="4660325" y="1866850"/>
            <a:chExt cx="68350" cy="58100"/>
          </a:xfrm>
        </p:grpSpPr>
        <p:sp>
          <p:nvSpPr>
            <p:cNvPr id="742" name="Google Shape;742;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53"/>
          <p:cNvGrpSpPr/>
          <p:nvPr/>
        </p:nvGrpSpPr>
        <p:grpSpPr>
          <a:xfrm>
            <a:off x="7412747" y="2576286"/>
            <a:ext cx="162515" cy="90049"/>
            <a:chOff x="4791775" y="1877500"/>
            <a:chExt cx="66725" cy="36975"/>
          </a:xfrm>
        </p:grpSpPr>
        <p:sp>
          <p:nvSpPr>
            <p:cNvPr id="745" name="Google Shape;745;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53"/>
          <p:cNvGrpSpPr/>
          <p:nvPr/>
        </p:nvGrpSpPr>
        <p:grpSpPr>
          <a:xfrm>
            <a:off x="7734460" y="2576286"/>
            <a:ext cx="144979" cy="90049"/>
            <a:chOff x="4923925" y="1877500"/>
            <a:chExt cx="59525" cy="36975"/>
          </a:xfrm>
        </p:grpSpPr>
        <p:sp>
          <p:nvSpPr>
            <p:cNvPr id="748" name="Google Shape;748;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53"/>
          <p:cNvGrpSpPr/>
          <p:nvPr/>
        </p:nvGrpSpPr>
        <p:grpSpPr>
          <a:xfrm>
            <a:off x="8028952" y="2558477"/>
            <a:ext cx="141447" cy="125667"/>
            <a:chOff x="5058450" y="1870100"/>
            <a:chExt cx="58075" cy="51600"/>
          </a:xfrm>
        </p:grpSpPr>
        <p:sp>
          <p:nvSpPr>
            <p:cNvPr id="751" name="Google Shape;751;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53"/>
          <p:cNvGrpSpPr/>
          <p:nvPr/>
        </p:nvGrpSpPr>
        <p:grpSpPr>
          <a:xfrm>
            <a:off x="7443466" y="2980885"/>
            <a:ext cx="101077" cy="107645"/>
            <a:chOff x="4811425" y="2065025"/>
            <a:chExt cx="41500" cy="44200"/>
          </a:xfrm>
        </p:grpSpPr>
        <p:sp>
          <p:nvSpPr>
            <p:cNvPr id="754" name="Google Shape;754;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53"/>
          <p:cNvGrpSpPr/>
          <p:nvPr/>
        </p:nvGrpSpPr>
        <p:grpSpPr>
          <a:xfrm>
            <a:off x="7735904" y="2981098"/>
            <a:ext cx="120867" cy="107218"/>
            <a:chOff x="4929875" y="2065025"/>
            <a:chExt cx="49625" cy="44025"/>
          </a:xfrm>
        </p:grpSpPr>
        <p:sp>
          <p:nvSpPr>
            <p:cNvPr id="757" name="Google Shape;757;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53"/>
          <p:cNvGrpSpPr/>
          <p:nvPr/>
        </p:nvGrpSpPr>
        <p:grpSpPr>
          <a:xfrm>
            <a:off x="8064572" y="2984112"/>
            <a:ext cx="70206" cy="101191"/>
            <a:chOff x="5083925" y="2066350"/>
            <a:chExt cx="28825" cy="41550"/>
          </a:xfrm>
        </p:grpSpPr>
        <p:sp>
          <p:nvSpPr>
            <p:cNvPr id="760" name="Google Shape;760;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 name="Google Shape;762;p53"/>
          <p:cNvGrpSpPr/>
          <p:nvPr/>
        </p:nvGrpSpPr>
        <p:grpSpPr>
          <a:xfrm>
            <a:off x="7096126" y="2999759"/>
            <a:ext cx="181026" cy="69896"/>
            <a:chOff x="4659775" y="2072775"/>
            <a:chExt cx="74325" cy="28700"/>
          </a:xfrm>
        </p:grpSpPr>
        <p:sp>
          <p:nvSpPr>
            <p:cNvPr id="763" name="Google Shape;763;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53"/>
          <p:cNvGrpSpPr/>
          <p:nvPr/>
        </p:nvGrpSpPr>
        <p:grpSpPr>
          <a:xfrm>
            <a:off x="8015982" y="2790324"/>
            <a:ext cx="167387" cy="89197"/>
            <a:chOff x="4662475" y="1976500"/>
            <a:chExt cx="68725" cy="36625"/>
          </a:xfrm>
        </p:grpSpPr>
        <p:sp>
          <p:nvSpPr>
            <p:cNvPr id="767" name="Google Shape;767;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53"/>
          <p:cNvGrpSpPr/>
          <p:nvPr/>
        </p:nvGrpSpPr>
        <p:grpSpPr>
          <a:xfrm>
            <a:off x="7712887" y="2793764"/>
            <a:ext cx="166899" cy="82317"/>
            <a:chOff x="4920150" y="1977875"/>
            <a:chExt cx="68525" cy="33800"/>
          </a:xfrm>
        </p:grpSpPr>
        <p:sp>
          <p:nvSpPr>
            <p:cNvPr id="771" name="Google Shape;771;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53"/>
          <p:cNvGrpSpPr/>
          <p:nvPr/>
        </p:nvGrpSpPr>
        <p:grpSpPr>
          <a:xfrm>
            <a:off x="7124044" y="3197682"/>
            <a:ext cx="125190" cy="127859"/>
            <a:chOff x="4676550" y="2160575"/>
            <a:chExt cx="51400" cy="52500"/>
          </a:xfrm>
        </p:grpSpPr>
        <p:sp>
          <p:nvSpPr>
            <p:cNvPr id="775" name="Google Shape;775;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53"/>
          <p:cNvGrpSpPr/>
          <p:nvPr/>
        </p:nvGrpSpPr>
        <p:grpSpPr>
          <a:xfrm>
            <a:off x="7421302" y="3204714"/>
            <a:ext cx="145405" cy="113794"/>
            <a:chOff x="4768325" y="2163475"/>
            <a:chExt cx="59700" cy="46725"/>
          </a:xfrm>
        </p:grpSpPr>
        <p:sp>
          <p:nvSpPr>
            <p:cNvPr id="779" name="Google Shape;779;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 name="Google Shape;781;p5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 name="Google Shape;787;p53"/>
          <p:cNvGrpSpPr/>
          <p:nvPr/>
        </p:nvGrpSpPr>
        <p:grpSpPr>
          <a:xfrm>
            <a:off x="7437621" y="3459808"/>
            <a:ext cx="112768" cy="106853"/>
            <a:chOff x="4768575" y="2253950"/>
            <a:chExt cx="46300" cy="43875"/>
          </a:xfrm>
        </p:grpSpPr>
        <p:sp>
          <p:nvSpPr>
            <p:cNvPr id="788" name="Google Shape;788;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53"/>
          <p:cNvGrpSpPr/>
          <p:nvPr/>
        </p:nvGrpSpPr>
        <p:grpSpPr>
          <a:xfrm>
            <a:off x="7737243" y="3948834"/>
            <a:ext cx="118187" cy="146246"/>
            <a:chOff x="4960900" y="2433225"/>
            <a:chExt cx="48525" cy="60050"/>
          </a:xfrm>
        </p:grpSpPr>
        <p:sp>
          <p:nvSpPr>
            <p:cNvPr id="791" name="Google Shape;791;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 name="Google Shape;793;p53"/>
          <p:cNvGrpSpPr/>
          <p:nvPr/>
        </p:nvGrpSpPr>
        <p:grpSpPr>
          <a:xfrm>
            <a:off x="7425808" y="4212895"/>
            <a:ext cx="136394" cy="143810"/>
            <a:chOff x="4854075" y="2527625"/>
            <a:chExt cx="56000" cy="59050"/>
          </a:xfrm>
        </p:grpSpPr>
        <p:sp>
          <p:nvSpPr>
            <p:cNvPr id="794" name="Google Shape;794;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 name="Google Shape;796;p5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 name="Google Shape;799;p53"/>
          <p:cNvGrpSpPr/>
          <p:nvPr/>
        </p:nvGrpSpPr>
        <p:grpSpPr>
          <a:xfrm>
            <a:off x="8050020" y="3676639"/>
            <a:ext cx="99312" cy="160797"/>
            <a:chOff x="5059700" y="2334775"/>
            <a:chExt cx="40775" cy="66025"/>
          </a:xfrm>
        </p:grpSpPr>
        <p:sp>
          <p:nvSpPr>
            <p:cNvPr id="800" name="Google Shape;800;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53"/>
          <p:cNvGrpSpPr/>
          <p:nvPr/>
        </p:nvGrpSpPr>
        <p:grpSpPr>
          <a:xfrm>
            <a:off x="8007184" y="3941771"/>
            <a:ext cx="184984" cy="160371"/>
            <a:chOff x="5037700" y="2430325"/>
            <a:chExt cx="75950" cy="65850"/>
          </a:xfrm>
        </p:grpSpPr>
        <p:sp>
          <p:nvSpPr>
            <p:cNvPr id="810" name="Google Shape;810;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53"/>
          <p:cNvGrpSpPr/>
          <p:nvPr/>
        </p:nvGrpSpPr>
        <p:grpSpPr>
          <a:xfrm>
            <a:off x="7426689" y="3708223"/>
            <a:ext cx="173014" cy="97629"/>
            <a:chOff x="4756975" y="2341800"/>
            <a:chExt cx="91975" cy="51925"/>
          </a:xfrm>
        </p:grpSpPr>
        <p:sp>
          <p:nvSpPr>
            <p:cNvPr id="813" name="Google Shape;813;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53"/>
          <p:cNvGrpSpPr/>
          <p:nvPr/>
        </p:nvGrpSpPr>
        <p:grpSpPr>
          <a:xfrm>
            <a:off x="7693626" y="4196920"/>
            <a:ext cx="212497" cy="175761"/>
            <a:chOff x="4943575" y="2516350"/>
            <a:chExt cx="98675" cy="81700"/>
          </a:xfrm>
        </p:grpSpPr>
        <p:sp>
          <p:nvSpPr>
            <p:cNvPr id="834" name="Google Shape;834;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 name="Google Shape;912;p5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 name="Shape 920"/>
        <p:cNvGrpSpPr/>
        <p:nvPr/>
      </p:nvGrpSpPr>
      <p:grpSpPr>
        <a:xfrm>
          <a:off x="0" y="0"/>
          <a:ext cx="0" cy="0"/>
          <a:chOff x="0" y="0"/>
          <a:chExt cx="0" cy="0"/>
        </a:xfrm>
      </p:grpSpPr>
      <p:grpSp>
        <p:nvGrpSpPr>
          <p:cNvPr id="921" name="Google Shape;921;p54"/>
          <p:cNvGrpSpPr/>
          <p:nvPr/>
        </p:nvGrpSpPr>
        <p:grpSpPr>
          <a:xfrm>
            <a:off x="752796" y="2869970"/>
            <a:ext cx="2622876" cy="1333540"/>
            <a:chOff x="238125" y="1038125"/>
            <a:chExt cx="7146800" cy="3633625"/>
          </a:xfrm>
        </p:grpSpPr>
        <p:sp>
          <p:nvSpPr>
            <p:cNvPr id="922" name="Google Shape;922;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54"/>
          <p:cNvGrpSpPr/>
          <p:nvPr/>
        </p:nvGrpSpPr>
        <p:grpSpPr>
          <a:xfrm>
            <a:off x="6681268" y="3584496"/>
            <a:ext cx="560636" cy="516497"/>
            <a:chOff x="6652051" y="3714143"/>
            <a:chExt cx="560636" cy="516497"/>
          </a:xfrm>
        </p:grpSpPr>
        <p:grpSp>
          <p:nvGrpSpPr>
            <p:cNvPr id="2495" name="Google Shape;2495;p54"/>
            <p:cNvGrpSpPr/>
            <p:nvPr/>
          </p:nvGrpSpPr>
          <p:grpSpPr>
            <a:xfrm>
              <a:off x="6669657" y="3716715"/>
              <a:ext cx="466768" cy="464314"/>
              <a:chOff x="3139766" y="765669"/>
              <a:chExt cx="886380" cy="881888"/>
            </a:xfrm>
          </p:grpSpPr>
          <p:grpSp>
            <p:nvGrpSpPr>
              <p:cNvPr id="2496" name="Google Shape;2496;p54"/>
              <p:cNvGrpSpPr/>
              <p:nvPr/>
            </p:nvGrpSpPr>
            <p:grpSpPr>
              <a:xfrm>
                <a:off x="3139766" y="765669"/>
                <a:ext cx="886380" cy="881888"/>
                <a:chOff x="3139766" y="765669"/>
                <a:chExt cx="886380" cy="881888"/>
              </a:xfrm>
            </p:grpSpPr>
            <p:sp>
              <p:nvSpPr>
                <p:cNvPr id="2497" name="Google Shape;2497;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6" name="Google Shape;2506;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0" name="Google Shape;2510;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 name="Google Shape;2511;p54"/>
          <p:cNvGrpSpPr/>
          <p:nvPr/>
        </p:nvGrpSpPr>
        <p:grpSpPr>
          <a:xfrm>
            <a:off x="7679978" y="3065079"/>
            <a:ext cx="104231" cy="320340"/>
            <a:chOff x="7564426" y="3224343"/>
            <a:chExt cx="119985" cy="368801"/>
          </a:xfrm>
        </p:grpSpPr>
        <p:sp>
          <p:nvSpPr>
            <p:cNvPr id="2512" name="Google Shape;2512;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54"/>
          <p:cNvGrpSpPr/>
          <p:nvPr/>
        </p:nvGrpSpPr>
        <p:grpSpPr>
          <a:xfrm>
            <a:off x="7379466" y="3059180"/>
            <a:ext cx="189489" cy="332132"/>
            <a:chOff x="8370831" y="3202002"/>
            <a:chExt cx="218129" cy="382376"/>
          </a:xfrm>
        </p:grpSpPr>
        <p:sp>
          <p:nvSpPr>
            <p:cNvPr id="2515" name="Google Shape;2515;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 name="Google Shape;2517;p54"/>
          <p:cNvGrpSpPr/>
          <p:nvPr/>
        </p:nvGrpSpPr>
        <p:grpSpPr>
          <a:xfrm>
            <a:off x="8102855" y="3470312"/>
            <a:ext cx="309429" cy="267000"/>
            <a:chOff x="6742064" y="3750480"/>
            <a:chExt cx="399315" cy="344560"/>
          </a:xfrm>
        </p:grpSpPr>
        <p:sp>
          <p:nvSpPr>
            <p:cNvPr id="2518" name="Google Shape;2518;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54"/>
          <p:cNvGrpSpPr/>
          <p:nvPr/>
        </p:nvGrpSpPr>
        <p:grpSpPr>
          <a:xfrm>
            <a:off x="7641874" y="3821360"/>
            <a:ext cx="180437" cy="281608"/>
            <a:chOff x="7248525" y="3739696"/>
            <a:chExt cx="230531" cy="359790"/>
          </a:xfrm>
        </p:grpSpPr>
        <p:sp>
          <p:nvSpPr>
            <p:cNvPr id="2521" name="Google Shape;2521;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 name="Google Shape;2523;p54"/>
          <p:cNvGrpSpPr/>
          <p:nvPr/>
        </p:nvGrpSpPr>
        <p:grpSpPr>
          <a:xfrm>
            <a:off x="7887794" y="3464584"/>
            <a:ext cx="162896" cy="278710"/>
            <a:chOff x="7601242" y="3729267"/>
            <a:chExt cx="222566" cy="380803"/>
          </a:xfrm>
        </p:grpSpPr>
        <p:sp>
          <p:nvSpPr>
            <p:cNvPr id="2524" name="Google Shape;2524;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6" name="Google Shape;2526;p5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7" name="Google Shape;2527;p54"/>
          <p:cNvGrpSpPr/>
          <p:nvPr/>
        </p:nvGrpSpPr>
        <p:grpSpPr>
          <a:xfrm>
            <a:off x="7377439" y="3465724"/>
            <a:ext cx="193543" cy="275990"/>
            <a:chOff x="8304647" y="3738687"/>
            <a:chExt cx="225076" cy="320956"/>
          </a:xfrm>
        </p:grpSpPr>
        <p:sp>
          <p:nvSpPr>
            <p:cNvPr id="2528" name="Google Shape;2528;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 name="Google Shape;2531;p54"/>
          <p:cNvGrpSpPr/>
          <p:nvPr/>
        </p:nvGrpSpPr>
        <p:grpSpPr>
          <a:xfrm>
            <a:off x="7649932" y="3465724"/>
            <a:ext cx="178492" cy="275990"/>
            <a:chOff x="8615101" y="3738687"/>
            <a:chExt cx="207573" cy="320956"/>
          </a:xfrm>
        </p:grpSpPr>
        <p:sp>
          <p:nvSpPr>
            <p:cNvPr id="2532" name="Google Shape;2532;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5" name="Google Shape;2535;p5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6" name="Google Shape;2536;p54"/>
          <p:cNvGrpSpPr/>
          <p:nvPr/>
        </p:nvGrpSpPr>
        <p:grpSpPr>
          <a:xfrm>
            <a:off x="7875463" y="3868385"/>
            <a:ext cx="187557" cy="187557"/>
            <a:chOff x="8565775" y="671075"/>
            <a:chExt cx="441000" cy="441000"/>
          </a:xfrm>
        </p:grpSpPr>
        <p:sp>
          <p:nvSpPr>
            <p:cNvPr id="2537" name="Google Shape;2537;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9" name="Google Shape;2539;p5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1" name="Google Shape;2541;p54"/>
          <p:cNvGrpSpPr/>
          <p:nvPr/>
        </p:nvGrpSpPr>
        <p:grpSpPr>
          <a:xfrm>
            <a:off x="6029935" y="2940910"/>
            <a:ext cx="587865" cy="517731"/>
            <a:chOff x="6000718" y="3070557"/>
            <a:chExt cx="587865" cy="517731"/>
          </a:xfrm>
        </p:grpSpPr>
        <p:sp>
          <p:nvSpPr>
            <p:cNvPr id="2542" name="Google Shape;2542;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2" name="Google Shape;2552;p54"/>
          <p:cNvGrpSpPr/>
          <p:nvPr/>
        </p:nvGrpSpPr>
        <p:grpSpPr>
          <a:xfrm>
            <a:off x="6044740" y="3584570"/>
            <a:ext cx="557665" cy="516387"/>
            <a:chOff x="6015523" y="3714217"/>
            <a:chExt cx="557665" cy="516387"/>
          </a:xfrm>
        </p:grpSpPr>
        <p:grpSp>
          <p:nvGrpSpPr>
            <p:cNvPr id="2553" name="Google Shape;2553;p54"/>
            <p:cNvGrpSpPr/>
            <p:nvPr/>
          </p:nvGrpSpPr>
          <p:grpSpPr>
            <a:xfrm>
              <a:off x="6036094" y="3716980"/>
              <a:ext cx="529822" cy="510480"/>
              <a:chOff x="3148311" y="-545634"/>
              <a:chExt cx="1006118" cy="969572"/>
            </a:xfrm>
          </p:grpSpPr>
          <p:sp>
            <p:nvSpPr>
              <p:cNvPr id="2554" name="Google Shape;2554;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4" name="Google Shape;2564;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54"/>
          <p:cNvGrpSpPr/>
          <p:nvPr/>
        </p:nvGrpSpPr>
        <p:grpSpPr>
          <a:xfrm>
            <a:off x="6673522" y="2943981"/>
            <a:ext cx="576302" cy="511871"/>
            <a:chOff x="6644304" y="3073628"/>
            <a:chExt cx="576302" cy="511871"/>
          </a:xfrm>
        </p:grpSpPr>
        <p:grpSp>
          <p:nvGrpSpPr>
            <p:cNvPr id="2566" name="Google Shape;2566;p54"/>
            <p:cNvGrpSpPr/>
            <p:nvPr/>
          </p:nvGrpSpPr>
          <p:grpSpPr>
            <a:xfrm>
              <a:off x="6712169" y="3073651"/>
              <a:ext cx="481611" cy="506713"/>
              <a:chOff x="1833536" y="-546641"/>
              <a:chExt cx="914567" cy="962419"/>
            </a:xfrm>
          </p:grpSpPr>
          <p:grpSp>
            <p:nvGrpSpPr>
              <p:cNvPr id="2567" name="Google Shape;2567;p54"/>
              <p:cNvGrpSpPr/>
              <p:nvPr/>
            </p:nvGrpSpPr>
            <p:grpSpPr>
              <a:xfrm>
                <a:off x="1833536" y="-524249"/>
                <a:ext cx="914567" cy="940027"/>
                <a:chOff x="1833536" y="-524249"/>
                <a:chExt cx="914567" cy="940027"/>
              </a:xfrm>
            </p:grpSpPr>
            <p:sp>
              <p:nvSpPr>
                <p:cNvPr id="2568" name="Google Shape;2568;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3" name="Google Shape;2573;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7" name="Google Shape;2577;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 name="Google Shape;2578;p54"/>
          <p:cNvGrpSpPr/>
          <p:nvPr/>
        </p:nvGrpSpPr>
        <p:grpSpPr>
          <a:xfrm>
            <a:off x="5938558" y="1033351"/>
            <a:ext cx="2435960" cy="1297725"/>
            <a:chOff x="233350" y="949250"/>
            <a:chExt cx="7137300" cy="3802300"/>
          </a:xfrm>
        </p:grpSpPr>
        <p:sp>
          <p:nvSpPr>
            <p:cNvPr id="2579" name="Google Shape;2579;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 name="Google Shape;2630;p54"/>
          <p:cNvGrpSpPr/>
          <p:nvPr/>
        </p:nvGrpSpPr>
        <p:grpSpPr>
          <a:xfrm>
            <a:off x="731715" y="995041"/>
            <a:ext cx="2665073" cy="1317140"/>
            <a:chOff x="793334" y="1192826"/>
            <a:chExt cx="2665073" cy="1317140"/>
          </a:xfrm>
        </p:grpSpPr>
        <p:sp>
          <p:nvSpPr>
            <p:cNvPr id="2631" name="Google Shape;2631;p54"/>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54"/>
          <p:cNvGrpSpPr/>
          <p:nvPr/>
        </p:nvGrpSpPr>
        <p:grpSpPr>
          <a:xfrm>
            <a:off x="3450485" y="919691"/>
            <a:ext cx="2310381" cy="1488888"/>
            <a:chOff x="229225" y="549050"/>
            <a:chExt cx="7161750" cy="4615275"/>
          </a:xfrm>
        </p:grpSpPr>
        <p:sp>
          <p:nvSpPr>
            <p:cNvPr id="6599" name="Google Shape;6599;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54"/>
          <p:cNvGrpSpPr/>
          <p:nvPr/>
        </p:nvGrpSpPr>
        <p:grpSpPr>
          <a:xfrm>
            <a:off x="3548403" y="2849588"/>
            <a:ext cx="2310282" cy="1374222"/>
            <a:chOff x="238125" y="732525"/>
            <a:chExt cx="7130500" cy="4241425"/>
          </a:xfrm>
        </p:grpSpPr>
        <p:sp>
          <p:nvSpPr>
            <p:cNvPr id="6717" name="Google Shape;6717;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4" name="Shape 6834"/>
        <p:cNvGrpSpPr/>
        <p:nvPr/>
      </p:nvGrpSpPr>
      <p:grpSpPr>
        <a:xfrm>
          <a:off x="0" y="0"/>
          <a:ext cx="0" cy="0"/>
          <a:chOff x="0" y="0"/>
          <a:chExt cx="0" cy="0"/>
        </a:xfrm>
      </p:grpSpPr>
      <p:grpSp>
        <p:nvGrpSpPr>
          <p:cNvPr id="6835" name="Google Shape;6835;p55"/>
          <p:cNvGrpSpPr/>
          <p:nvPr/>
        </p:nvGrpSpPr>
        <p:grpSpPr>
          <a:xfrm>
            <a:off x="2100560" y="3398663"/>
            <a:ext cx="1102891" cy="760337"/>
            <a:chOff x="4967783" y="2151471"/>
            <a:chExt cx="3920692" cy="2702940"/>
          </a:xfrm>
        </p:grpSpPr>
        <p:grpSp>
          <p:nvGrpSpPr>
            <p:cNvPr id="6836" name="Google Shape;6836;p55"/>
            <p:cNvGrpSpPr/>
            <p:nvPr/>
          </p:nvGrpSpPr>
          <p:grpSpPr>
            <a:xfrm>
              <a:off x="5045709" y="2252109"/>
              <a:ext cx="3761071" cy="2501708"/>
              <a:chOff x="2691784" y="1805334"/>
              <a:chExt cx="3761071" cy="2501708"/>
            </a:xfrm>
          </p:grpSpPr>
          <p:sp>
            <p:nvSpPr>
              <p:cNvPr id="6837" name="Google Shape;6837;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55"/>
            <p:cNvGrpSpPr/>
            <p:nvPr/>
          </p:nvGrpSpPr>
          <p:grpSpPr>
            <a:xfrm>
              <a:off x="4967783" y="2151471"/>
              <a:ext cx="3920692" cy="2702940"/>
              <a:chOff x="2613858" y="1704696"/>
              <a:chExt cx="3920692" cy="2702940"/>
            </a:xfrm>
          </p:grpSpPr>
          <p:sp>
            <p:nvSpPr>
              <p:cNvPr id="6845" name="Google Shape;6845;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0" name="Google Shape;6850;p55"/>
          <p:cNvGrpSpPr/>
          <p:nvPr/>
        </p:nvGrpSpPr>
        <p:grpSpPr>
          <a:xfrm>
            <a:off x="3504468" y="1286940"/>
            <a:ext cx="1561911" cy="708580"/>
            <a:chOff x="3530532" y="1496185"/>
            <a:chExt cx="1561911" cy="708580"/>
          </a:xfrm>
        </p:grpSpPr>
        <p:grpSp>
          <p:nvGrpSpPr>
            <p:cNvPr id="6851" name="Google Shape;6851;p55"/>
            <p:cNvGrpSpPr/>
            <p:nvPr/>
          </p:nvGrpSpPr>
          <p:grpSpPr>
            <a:xfrm>
              <a:off x="3720318" y="1857562"/>
              <a:ext cx="1372125" cy="54"/>
              <a:chOff x="3720318" y="1857562"/>
              <a:chExt cx="1372125" cy="54"/>
            </a:xfrm>
          </p:grpSpPr>
          <p:cxnSp>
            <p:nvCxnSpPr>
              <p:cNvPr id="6852" name="Google Shape;6852;p55"/>
              <p:cNvCxnSpPr>
                <a:endCxn id="685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854" name="Google Shape;6854;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855" name="Google Shape;6855;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856" name="Google Shape;6856;p55"/>
              <p:cNvCxnSpPr>
                <a:stCxn id="685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6857" name="Google Shape;6857;p55"/>
            <p:cNvGrpSpPr/>
            <p:nvPr/>
          </p:nvGrpSpPr>
          <p:grpSpPr>
            <a:xfrm>
              <a:off x="3567462" y="1496185"/>
              <a:ext cx="286500" cy="272914"/>
              <a:chOff x="3567462" y="1496185"/>
              <a:chExt cx="286500" cy="272914"/>
            </a:xfrm>
          </p:grpSpPr>
          <p:cxnSp>
            <p:nvCxnSpPr>
              <p:cNvPr id="6858" name="Google Shape;6858;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859" name="Google Shape;6859;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0" name="Google Shape;6860;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2" name="Google Shape;6862;p55"/>
            <p:cNvGrpSpPr/>
            <p:nvPr/>
          </p:nvGrpSpPr>
          <p:grpSpPr>
            <a:xfrm>
              <a:off x="3929014" y="1960574"/>
              <a:ext cx="286500" cy="242342"/>
              <a:chOff x="3929014" y="1960574"/>
              <a:chExt cx="286500" cy="242342"/>
            </a:xfrm>
          </p:grpSpPr>
          <p:cxnSp>
            <p:nvCxnSpPr>
              <p:cNvPr id="6863" name="Google Shape;6863;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6864" name="Google Shape;6864;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55"/>
            <p:cNvGrpSpPr/>
            <p:nvPr/>
          </p:nvGrpSpPr>
          <p:grpSpPr>
            <a:xfrm>
              <a:off x="4290828" y="1496185"/>
              <a:ext cx="286500" cy="272914"/>
              <a:chOff x="4290828" y="1496185"/>
              <a:chExt cx="286500" cy="272914"/>
            </a:xfrm>
          </p:grpSpPr>
          <p:cxnSp>
            <p:nvCxnSpPr>
              <p:cNvPr id="6866" name="Google Shape;6866;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867" name="Google Shape;6867;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8" name="Google Shape;6868;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9" name="Google Shape;6869;p55"/>
            <p:cNvGrpSpPr/>
            <p:nvPr/>
          </p:nvGrpSpPr>
          <p:grpSpPr>
            <a:xfrm>
              <a:off x="4657726" y="1959674"/>
              <a:ext cx="286500" cy="245092"/>
              <a:chOff x="4657726" y="1959674"/>
              <a:chExt cx="286500" cy="245092"/>
            </a:xfrm>
          </p:grpSpPr>
          <p:cxnSp>
            <p:nvCxnSpPr>
              <p:cNvPr id="6870" name="Google Shape;6870;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6871" name="Google Shape;6871;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2" name="Google Shape;6872;p55"/>
          <p:cNvGrpSpPr/>
          <p:nvPr/>
        </p:nvGrpSpPr>
        <p:grpSpPr>
          <a:xfrm>
            <a:off x="3486488" y="2149036"/>
            <a:ext cx="1597032" cy="378649"/>
            <a:chOff x="3512551" y="2358282"/>
            <a:chExt cx="1597032" cy="378649"/>
          </a:xfrm>
        </p:grpSpPr>
        <p:grpSp>
          <p:nvGrpSpPr>
            <p:cNvPr id="6873" name="Google Shape;6873;p55"/>
            <p:cNvGrpSpPr/>
            <p:nvPr/>
          </p:nvGrpSpPr>
          <p:grpSpPr>
            <a:xfrm>
              <a:off x="3738198" y="2553002"/>
              <a:ext cx="1145834" cy="117"/>
              <a:chOff x="3738198" y="2553002"/>
              <a:chExt cx="1145834" cy="117"/>
            </a:xfrm>
          </p:grpSpPr>
          <p:cxnSp>
            <p:nvCxnSpPr>
              <p:cNvPr id="6874" name="Google Shape;6874;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875" name="Google Shape;6875;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876" name="Google Shape;6876;p55"/>
              <p:cNvCxnSpPr>
                <a:stCxn id="6877" idx="6"/>
                <a:endCxn id="687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6879" name="Google Shape;6879;p55"/>
            <p:cNvGrpSpPr/>
            <p:nvPr/>
          </p:nvGrpSpPr>
          <p:grpSpPr>
            <a:xfrm>
              <a:off x="3969644" y="2440153"/>
              <a:ext cx="225900" cy="296779"/>
              <a:chOff x="3969644" y="2440153"/>
              <a:chExt cx="225900" cy="296779"/>
            </a:xfrm>
          </p:grpSpPr>
          <p:cxnSp>
            <p:nvCxnSpPr>
              <p:cNvPr id="6880" name="Google Shape;6880;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6878" name="Google Shape;6878;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55"/>
            <p:cNvGrpSpPr/>
            <p:nvPr/>
          </p:nvGrpSpPr>
          <p:grpSpPr>
            <a:xfrm>
              <a:off x="4426818" y="2358282"/>
              <a:ext cx="225600" cy="307471"/>
              <a:chOff x="4426818" y="2358282"/>
              <a:chExt cx="225600" cy="307471"/>
            </a:xfrm>
          </p:grpSpPr>
          <p:cxnSp>
            <p:nvCxnSpPr>
              <p:cNvPr id="6883" name="Google Shape;6883;p55"/>
              <p:cNvCxnSpPr>
                <a:stCxn id="688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6885" name="Google Shape;6885;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55"/>
            <p:cNvGrpSpPr/>
            <p:nvPr/>
          </p:nvGrpSpPr>
          <p:grpSpPr>
            <a:xfrm>
              <a:off x="4883984" y="2440153"/>
              <a:ext cx="225600" cy="296479"/>
              <a:chOff x="4883984" y="2440153"/>
              <a:chExt cx="225600" cy="296479"/>
            </a:xfrm>
          </p:grpSpPr>
          <p:cxnSp>
            <p:nvCxnSpPr>
              <p:cNvPr id="6887" name="Google Shape;6887;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6888" name="Google Shape;6888;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55"/>
            <p:cNvGrpSpPr/>
            <p:nvPr/>
          </p:nvGrpSpPr>
          <p:grpSpPr>
            <a:xfrm>
              <a:off x="3512551" y="2358356"/>
              <a:ext cx="225647" cy="307629"/>
              <a:chOff x="2182679" y="2005014"/>
              <a:chExt cx="792300" cy="1080158"/>
            </a:xfrm>
          </p:grpSpPr>
          <p:cxnSp>
            <p:nvCxnSpPr>
              <p:cNvPr id="6891" name="Google Shape;6891;p55"/>
              <p:cNvCxnSpPr>
                <a:stCxn id="6892"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6877" name="Google Shape;6877;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3" name="Google Shape;6893;p55"/>
          <p:cNvGrpSpPr/>
          <p:nvPr/>
        </p:nvGrpSpPr>
        <p:grpSpPr>
          <a:xfrm>
            <a:off x="6846570" y="972834"/>
            <a:ext cx="1559809" cy="722610"/>
            <a:chOff x="634175" y="2986275"/>
            <a:chExt cx="3147949" cy="1458344"/>
          </a:xfrm>
        </p:grpSpPr>
        <p:cxnSp>
          <p:nvCxnSpPr>
            <p:cNvPr id="6894" name="Google Shape;6894;p55"/>
            <p:cNvCxnSpPr>
              <a:stCxn id="6895" idx="4"/>
              <a:endCxn id="689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6897" name="Google Shape;6897;p55"/>
            <p:cNvCxnSpPr>
              <a:stCxn id="6896" idx="0"/>
              <a:endCxn id="689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899" name="Google Shape;6899;p55"/>
            <p:cNvCxnSpPr>
              <a:stCxn id="6898" idx="4"/>
              <a:endCxn id="690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901" name="Google Shape;6901;p55"/>
            <p:cNvCxnSpPr>
              <a:stCxn id="6900" idx="0"/>
              <a:endCxn id="690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6902" name="Google Shape;6902;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98" name="Google Shape;6898;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95" name="Google Shape;6895;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00" name="Google Shape;6900;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96" name="Google Shape;6896;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903" name="Google Shape;6903;p55"/>
          <p:cNvGrpSpPr/>
          <p:nvPr/>
        </p:nvGrpSpPr>
        <p:grpSpPr>
          <a:xfrm>
            <a:off x="3500360" y="2682741"/>
            <a:ext cx="1570719" cy="294123"/>
            <a:chOff x="998425" y="1182125"/>
            <a:chExt cx="1065400" cy="199500"/>
          </a:xfrm>
        </p:grpSpPr>
        <p:sp>
          <p:nvSpPr>
            <p:cNvPr id="6904" name="Google Shape;6904;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55"/>
          <p:cNvGrpSpPr/>
          <p:nvPr/>
        </p:nvGrpSpPr>
        <p:grpSpPr>
          <a:xfrm>
            <a:off x="6843616" y="1800228"/>
            <a:ext cx="1565716" cy="366729"/>
            <a:chOff x="1247650" y="2075423"/>
            <a:chExt cx="6648477" cy="1557238"/>
          </a:xfrm>
        </p:grpSpPr>
        <p:sp>
          <p:nvSpPr>
            <p:cNvPr id="6910" name="Google Shape;6910;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55"/>
          <p:cNvGrpSpPr/>
          <p:nvPr/>
        </p:nvGrpSpPr>
        <p:grpSpPr>
          <a:xfrm>
            <a:off x="6827928" y="2949043"/>
            <a:ext cx="1597061" cy="663440"/>
            <a:chOff x="6796238" y="3158297"/>
            <a:chExt cx="1630319" cy="677257"/>
          </a:xfrm>
        </p:grpSpPr>
        <p:cxnSp>
          <p:nvCxnSpPr>
            <p:cNvPr id="6917" name="Google Shape;6917;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918" name="Google Shape;6918;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919" name="Google Shape;6919;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6920" name="Google Shape;6920;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6921" name="Google Shape;6921;p55"/>
            <p:cNvGrpSpPr/>
            <p:nvPr/>
          </p:nvGrpSpPr>
          <p:grpSpPr>
            <a:xfrm>
              <a:off x="6796238" y="3311904"/>
              <a:ext cx="1630319" cy="377697"/>
              <a:chOff x="6796238" y="3311904"/>
              <a:chExt cx="1630319" cy="377697"/>
            </a:xfrm>
          </p:grpSpPr>
          <p:sp>
            <p:nvSpPr>
              <p:cNvPr id="6922" name="Google Shape;6922;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25" name="Google Shape;6925;p55"/>
          <p:cNvGrpSpPr/>
          <p:nvPr/>
        </p:nvGrpSpPr>
        <p:grpSpPr>
          <a:xfrm>
            <a:off x="5349066" y="970435"/>
            <a:ext cx="1368606" cy="1593805"/>
            <a:chOff x="1839112" y="2209163"/>
            <a:chExt cx="1918159" cy="2233784"/>
          </a:xfrm>
        </p:grpSpPr>
        <p:sp>
          <p:nvSpPr>
            <p:cNvPr id="6926" name="Google Shape;6926;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29" name="Google Shape;6929;p55"/>
            <p:cNvCxnSpPr>
              <a:stCxn id="6926" idx="6"/>
              <a:endCxn id="692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930" name="Google Shape;6930;p55"/>
            <p:cNvCxnSpPr>
              <a:stCxn id="6927" idx="4"/>
              <a:endCxn id="693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6932" name="Google Shape;6932;p55"/>
            <p:cNvCxnSpPr>
              <a:stCxn id="6931" idx="6"/>
              <a:endCxn id="692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933" name="Google Shape;6933;p55"/>
            <p:cNvCxnSpPr>
              <a:stCxn id="6928" idx="4"/>
              <a:endCxn id="693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6931" name="Google Shape;6931;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36" name="Google Shape;6936;p55"/>
            <p:cNvCxnSpPr>
              <a:endCxn id="693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6937" name="Google Shape;6937;p55"/>
          <p:cNvGrpSpPr/>
          <p:nvPr/>
        </p:nvGrpSpPr>
        <p:grpSpPr>
          <a:xfrm>
            <a:off x="3481439" y="976671"/>
            <a:ext cx="1637968" cy="154942"/>
            <a:chOff x="238125" y="2506075"/>
            <a:chExt cx="7115411" cy="673075"/>
          </a:xfrm>
        </p:grpSpPr>
        <p:sp>
          <p:nvSpPr>
            <p:cNvPr id="6938" name="Google Shape;6938;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55"/>
          <p:cNvGrpSpPr/>
          <p:nvPr/>
        </p:nvGrpSpPr>
        <p:grpSpPr>
          <a:xfrm>
            <a:off x="720124" y="1298269"/>
            <a:ext cx="2476762" cy="91743"/>
            <a:chOff x="1464850" y="436376"/>
            <a:chExt cx="6001362" cy="222300"/>
          </a:xfrm>
        </p:grpSpPr>
        <p:sp>
          <p:nvSpPr>
            <p:cNvPr id="6944" name="Google Shape;6944;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49" name="Google Shape;6949;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950" name="Google Shape;6950;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951" name="Google Shape;6951;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952" name="Google Shape;6952;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6953" name="Google Shape;6953;p55"/>
          <p:cNvGrpSpPr/>
          <p:nvPr/>
        </p:nvGrpSpPr>
        <p:grpSpPr>
          <a:xfrm>
            <a:off x="706391" y="2533734"/>
            <a:ext cx="1452710" cy="651923"/>
            <a:chOff x="803162" y="2667727"/>
            <a:chExt cx="1411906" cy="633611"/>
          </a:xfrm>
        </p:grpSpPr>
        <p:cxnSp>
          <p:nvCxnSpPr>
            <p:cNvPr id="6954" name="Google Shape;6954;p55"/>
            <p:cNvCxnSpPr>
              <a:stCxn id="6955" idx="2"/>
              <a:endCxn id="695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57" name="Google Shape;6957;p55"/>
            <p:cNvCxnSpPr>
              <a:stCxn id="6958" idx="0"/>
              <a:endCxn id="695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59" name="Google Shape;6959;p55"/>
            <p:cNvCxnSpPr>
              <a:stCxn id="6958" idx="2"/>
              <a:endCxn id="696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61" name="Google Shape;6961;p55"/>
            <p:cNvCxnSpPr>
              <a:stCxn id="6962" idx="0"/>
              <a:endCxn id="695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63" name="Google Shape;6963;p55"/>
            <p:cNvCxnSpPr>
              <a:stCxn id="6956" idx="2"/>
              <a:endCxn id="696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65" name="Google Shape;6965;p55"/>
            <p:cNvCxnSpPr>
              <a:stCxn id="6966" idx="0"/>
              <a:endCxn id="695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6962" name="Google Shape;6962;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60" name="Google Shape;6960;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66" name="Google Shape;6966;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64" name="Google Shape;6964;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56" name="Google Shape;6956;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58" name="Google Shape;6958;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55" name="Google Shape;6955;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6967" name="Google Shape;6967;p55"/>
          <p:cNvGrpSpPr/>
          <p:nvPr/>
        </p:nvGrpSpPr>
        <p:grpSpPr>
          <a:xfrm>
            <a:off x="706393" y="969273"/>
            <a:ext cx="2518541" cy="209309"/>
            <a:chOff x="803163" y="1111966"/>
            <a:chExt cx="2447800" cy="203430"/>
          </a:xfrm>
        </p:grpSpPr>
        <p:grpSp>
          <p:nvGrpSpPr>
            <p:cNvPr id="6968" name="Google Shape;6968;p55"/>
            <p:cNvGrpSpPr/>
            <p:nvPr/>
          </p:nvGrpSpPr>
          <p:grpSpPr>
            <a:xfrm>
              <a:off x="1958180" y="1111966"/>
              <a:ext cx="588019" cy="121396"/>
              <a:chOff x="4808316" y="2800065"/>
              <a:chExt cx="1999386" cy="412910"/>
            </a:xfrm>
          </p:grpSpPr>
          <p:sp>
            <p:nvSpPr>
              <p:cNvPr id="6969" name="Google Shape;6969;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0" name="Google Shape;6970;p55"/>
              <p:cNvGrpSpPr/>
              <p:nvPr/>
            </p:nvGrpSpPr>
            <p:grpSpPr>
              <a:xfrm>
                <a:off x="4808316" y="2800065"/>
                <a:ext cx="92400" cy="411825"/>
                <a:chOff x="845575" y="2563700"/>
                <a:chExt cx="92400" cy="411825"/>
              </a:xfrm>
            </p:grpSpPr>
            <p:cxnSp>
              <p:nvCxnSpPr>
                <p:cNvPr id="6971" name="Google Shape;6971;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72" name="Google Shape;6972;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973" name="Google Shape;6973;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6974" name="Google Shape;6974;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5" name="Google Shape;6975;p55"/>
            <p:cNvGrpSpPr/>
            <p:nvPr/>
          </p:nvGrpSpPr>
          <p:grpSpPr>
            <a:xfrm>
              <a:off x="803163" y="1111974"/>
              <a:ext cx="591158" cy="121545"/>
              <a:chOff x="803163" y="1111974"/>
              <a:chExt cx="591158" cy="121545"/>
            </a:xfrm>
          </p:grpSpPr>
          <p:grpSp>
            <p:nvGrpSpPr>
              <p:cNvPr id="6976" name="Google Shape;6976;p55"/>
              <p:cNvGrpSpPr/>
              <p:nvPr/>
            </p:nvGrpSpPr>
            <p:grpSpPr>
              <a:xfrm>
                <a:off x="803163" y="1111974"/>
                <a:ext cx="27175" cy="121077"/>
                <a:chOff x="845575" y="2563700"/>
                <a:chExt cx="92400" cy="411825"/>
              </a:xfrm>
            </p:grpSpPr>
            <p:cxnSp>
              <p:nvCxnSpPr>
                <p:cNvPr id="6977" name="Google Shape;6977;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78" name="Google Shape;6978;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9" name="Google Shape;6979;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55"/>
            <p:cNvGrpSpPr/>
            <p:nvPr/>
          </p:nvGrpSpPr>
          <p:grpSpPr>
            <a:xfrm>
              <a:off x="1381910" y="1194219"/>
              <a:ext cx="588341" cy="121177"/>
              <a:chOff x="1381910" y="1194219"/>
              <a:chExt cx="588341" cy="121177"/>
            </a:xfrm>
          </p:grpSpPr>
          <p:grpSp>
            <p:nvGrpSpPr>
              <p:cNvPr id="6981" name="Google Shape;6981;p55"/>
              <p:cNvGrpSpPr/>
              <p:nvPr/>
            </p:nvGrpSpPr>
            <p:grpSpPr>
              <a:xfrm rot="10800000">
                <a:off x="1381910" y="1194319"/>
                <a:ext cx="27175" cy="121077"/>
                <a:chOff x="2070100" y="2563700"/>
                <a:chExt cx="92400" cy="411825"/>
              </a:xfrm>
            </p:grpSpPr>
            <p:cxnSp>
              <p:nvCxnSpPr>
                <p:cNvPr id="6982" name="Google Shape;6982;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83" name="Google Shape;6983;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4" name="Google Shape;6984;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55"/>
            <p:cNvGrpSpPr/>
            <p:nvPr/>
          </p:nvGrpSpPr>
          <p:grpSpPr>
            <a:xfrm>
              <a:off x="2532079" y="1194219"/>
              <a:ext cx="704927" cy="121177"/>
              <a:chOff x="2532079" y="1194219"/>
              <a:chExt cx="704927" cy="121177"/>
            </a:xfrm>
          </p:grpSpPr>
          <p:grpSp>
            <p:nvGrpSpPr>
              <p:cNvPr id="6986" name="Google Shape;6986;p55"/>
              <p:cNvGrpSpPr/>
              <p:nvPr/>
            </p:nvGrpSpPr>
            <p:grpSpPr>
              <a:xfrm rot="10800000">
                <a:off x="2532079" y="1194319"/>
                <a:ext cx="27175" cy="121077"/>
                <a:chOff x="2070100" y="2563700"/>
                <a:chExt cx="92400" cy="411825"/>
              </a:xfrm>
            </p:grpSpPr>
            <p:cxnSp>
              <p:nvCxnSpPr>
                <p:cNvPr id="6987" name="Google Shape;6987;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88" name="Google Shape;6988;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9" name="Google Shape;6989;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0" name="Google Shape;6990;p55"/>
          <p:cNvGrpSpPr/>
          <p:nvPr/>
        </p:nvGrpSpPr>
        <p:grpSpPr>
          <a:xfrm>
            <a:off x="3499403" y="3665904"/>
            <a:ext cx="1567778" cy="491677"/>
            <a:chOff x="5194708" y="3484366"/>
            <a:chExt cx="3148148" cy="987304"/>
          </a:xfrm>
        </p:grpSpPr>
        <p:grpSp>
          <p:nvGrpSpPr>
            <p:cNvPr id="6991" name="Google Shape;6991;p55"/>
            <p:cNvGrpSpPr/>
            <p:nvPr/>
          </p:nvGrpSpPr>
          <p:grpSpPr>
            <a:xfrm>
              <a:off x="7531521" y="3484366"/>
              <a:ext cx="811335" cy="987304"/>
              <a:chOff x="3379425" y="1617275"/>
              <a:chExt cx="1090650" cy="1327200"/>
            </a:xfrm>
          </p:grpSpPr>
          <p:sp>
            <p:nvSpPr>
              <p:cNvPr id="6992" name="Google Shape;6992;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55"/>
            <p:cNvGrpSpPr/>
            <p:nvPr/>
          </p:nvGrpSpPr>
          <p:grpSpPr>
            <a:xfrm>
              <a:off x="6752546" y="3484366"/>
              <a:ext cx="811428" cy="987304"/>
              <a:chOff x="2332275" y="1617275"/>
              <a:chExt cx="1090775" cy="1327200"/>
            </a:xfrm>
          </p:grpSpPr>
          <p:sp>
            <p:nvSpPr>
              <p:cNvPr id="6996" name="Google Shape;6996;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55"/>
            <p:cNvGrpSpPr/>
            <p:nvPr/>
          </p:nvGrpSpPr>
          <p:grpSpPr>
            <a:xfrm>
              <a:off x="5973664" y="3484366"/>
              <a:ext cx="811335" cy="987304"/>
              <a:chOff x="1285250" y="1617275"/>
              <a:chExt cx="1090650" cy="1327200"/>
            </a:xfrm>
          </p:grpSpPr>
          <p:sp>
            <p:nvSpPr>
              <p:cNvPr id="7000" name="Google Shape;7000;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55"/>
            <p:cNvGrpSpPr/>
            <p:nvPr/>
          </p:nvGrpSpPr>
          <p:grpSpPr>
            <a:xfrm>
              <a:off x="5194708" y="3484366"/>
              <a:ext cx="811409" cy="987304"/>
              <a:chOff x="238125" y="1617275"/>
              <a:chExt cx="1090750" cy="1327200"/>
            </a:xfrm>
          </p:grpSpPr>
          <p:sp>
            <p:nvSpPr>
              <p:cNvPr id="7004" name="Google Shape;7004;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7" name="Google Shape;7007;p55"/>
          <p:cNvGrpSpPr/>
          <p:nvPr/>
        </p:nvGrpSpPr>
        <p:grpSpPr>
          <a:xfrm>
            <a:off x="3460012" y="3146315"/>
            <a:ext cx="1616964" cy="346256"/>
            <a:chOff x="1808063" y="4294338"/>
            <a:chExt cx="3370782" cy="721817"/>
          </a:xfrm>
        </p:grpSpPr>
        <p:sp>
          <p:nvSpPr>
            <p:cNvPr id="7008" name="Google Shape;7008;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55"/>
          <p:cNvGrpSpPr/>
          <p:nvPr/>
        </p:nvGrpSpPr>
        <p:grpSpPr>
          <a:xfrm>
            <a:off x="738224" y="3432344"/>
            <a:ext cx="1295882" cy="646587"/>
            <a:chOff x="834100" y="3642869"/>
            <a:chExt cx="1259483" cy="628426"/>
          </a:xfrm>
        </p:grpSpPr>
        <p:sp>
          <p:nvSpPr>
            <p:cNvPr id="7019" name="Google Shape;7019;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4" name="Google Shape;7044;p55"/>
            <p:cNvGrpSpPr/>
            <p:nvPr/>
          </p:nvGrpSpPr>
          <p:grpSpPr>
            <a:xfrm>
              <a:off x="1360364" y="3847835"/>
              <a:ext cx="208119" cy="224359"/>
              <a:chOff x="1360769" y="3847100"/>
              <a:chExt cx="208119" cy="224359"/>
            </a:xfrm>
          </p:grpSpPr>
          <p:sp>
            <p:nvSpPr>
              <p:cNvPr id="7045" name="Google Shape;7045;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5" name="Google Shape;7065;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55"/>
          <p:cNvGrpSpPr/>
          <p:nvPr/>
        </p:nvGrpSpPr>
        <p:grpSpPr>
          <a:xfrm rot="5400000">
            <a:off x="5951337" y="3228841"/>
            <a:ext cx="164064" cy="1414916"/>
            <a:chOff x="4428249" y="1369375"/>
            <a:chExt cx="36905" cy="429569"/>
          </a:xfrm>
        </p:grpSpPr>
        <p:sp>
          <p:nvSpPr>
            <p:cNvPr id="7080" name="Google Shape;7080;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55"/>
          <p:cNvGrpSpPr/>
          <p:nvPr/>
        </p:nvGrpSpPr>
        <p:grpSpPr>
          <a:xfrm flipH="1" rot="10800000">
            <a:off x="5323766" y="2817385"/>
            <a:ext cx="1419207" cy="24808"/>
            <a:chOff x="219558" y="4738465"/>
            <a:chExt cx="5852400" cy="102300"/>
          </a:xfrm>
        </p:grpSpPr>
        <p:cxnSp>
          <p:nvCxnSpPr>
            <p:cNvPr id="7113" name="Google Shape;7113;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114" name="Google Shape;7114;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55"/>
          <p:cNvGrpSpPr/>
          <p:nvPr/>
        </p:nvGrpSpPr>
        <p:grpSpPr>
          <a:xfrm>
            <a:off x="5335084" y="3190448"/>
            <a:ext cx="1396570" cy="385016"/>
            <a:chOff x="5286284" y="2966544"/>
            <a:chExt cx="1396570" cy="385016"/>
          </a:xfrm>
        </p:grpSpPr>
        <p:cxnSp>
          <p:nvCxnSpPr>
            <p:cNvPr id="7120" name="Google Shape;7120;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121" name="Google Shape;7121;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122" name="Google Shape;7122;p55"/>
            <p:cNvGrpSpPr/>
            <p:nvPr/>
          </p:nvGrpSpPr>
          <p:grpSpPr>
            <a:xfrm>
              <a:off x="5287688" y="3173364"/>
              <a:ext cx="1395166" cy="74100"/>
              <a:chOff x="5287688" y="3173364"/>
              <a:chExt cx="1395166" cy="74100"/>
            </a:xfrm>
          </p:grpSpPr>
          <p:cxnSp>
            <p:nvCxnSpPr>
              <p:cNvPr id="7123" name="Google Shape;7123;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124" name="Google Shape;7124;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125" name="Google Shape;7125;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26" name="Google Shape;7126;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27" name="Google Shape;7127;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28" name="Google Shape;7128;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29" name="Google Shape;7129;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30" name="Google Shape;7130;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131" name="Google Shape;7131;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132" name="Google Shape;7132;p55"/>
          <p:cNvGrpSpPr/>
          <p:nvPr/>
        </p:nvGrpSpPr>
        <p:grpSpPr>
          <a:xfrm>
            <a:off x="2021150" y="1609224"/>
            <a:ext cx="1182276" cy="662027"/>
            <a:chOff x="2029517" y="1732295"/>
            <a:chExt cx="1149068" cy="643432"/>
          </a:xfrm>
        </p:grpSpPr>
        <p:grpSp>
          <p:nvGrpSpPr>
            <p:cNvPr id="7133" name="Google Shape;7133;p55"/>
            <p:cNvGrpSpPr/>
            <p:nvPr/>
          </p:nvGrpSpPr>
          <p:grpSpPr>
            <a:xfrm>
              <a:off x="2708660" y="1746937"/>
              <a:ext cx="455427" cy="244429"/>
              <a:chOff x="2700693" y="1746937"/>
              <a:chExt cx="455427" cy="244429"/>
            </a:xfrm>
          </p:grpSpPr>
          <p:grpSp>
            <p:nvGrpSpPr>
              <p:cNvPr id="7134" name="Google Shape;7134;p55"/>
              <p:cNvGrpSpPr/>
              <p:nvPr/>
            </p:nvGrpSpPr>
            <p:grpSpPr>
              <a:xfrm>
                <a:off x="2905682" y="1782817"/>
                <a:ext cx="250438" cy="208549"/>
                <a:chOff x="2905682" y="1782817"/>
                <a:chExt cx="250438" cy="208549"/>
              </a:xfrm>
            </p:grpSpPr>
            <p:cxnSp>
              <p:nvCxnSpPr>
                <p:cNvPr id="7135" name="Google Shape;7135;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36" name="Google Shape;7136;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55"/>
              <p:cNvGrpSpPr/>
              <p:nvPr/>
            </p:nvGrpSpPr>
            <p:grpSpPr>
              <a:xfrm>
                <a:off x="2700693" y="1746937"/>
                <a:ext cx="449967" cy="72374"/>
                <a:chOff x="2700693" y="1746937"/>
                <a:chExt cx="449967" cy="72374"/>
              </a:xfrm>
            </p:grpSpPr>
            <p:cxnSp>
              <p:nvCxnSpPr>
                <p:cNvPr id="7138" name="Google Shape;7138;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39" name="Google Shape;7139;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0" name="Google Shape;7140;p55"/>
            <p:cNvGrpSpPr/>
            <p:nvPr/>
          </p:nvGrpSpPr>
          <p:grpSpPr>
            <a:xfrm>
              <a:off x="2029517" y="1732295"/>
              <a:ext cx="1149068" cy="643432"/>
              <a:chOff x="2029517" y="1732295"/>
              <a:chExt cx="1149068" cy="643432"/>
            </a:xfrm>
          </p:grpSpPr>
          <p:grpSp>
            <p:nvGrpSpPr>
              <p:cNvPr id="7141" name="Google Shape;7141;p55"/>
              <p:cNvGrpSpPr/>
              <p:nvPr/>
            </p:nvGrpSpPr>
            <p:grpSpPr>
              <a:xfrm>
                <a:off x="2703618" y="2103152"/>
                <a:ext cx="474966" cy="260017"/>
                <a:chOff x="2703618" y="2103152"/>
                <a:chExt cx="474966" cy="260017"/>
              </a:xfrm>
            </p:grpSpPr>
            <p:grpSp>
              <p:nvGrpSpPr>
                <p:cNvPr id="7142" name="Google Shape;7142;p55"/>
                <p:cNvGrpSpPr/>
                <p:nvPr/>
              </p:nvGrpSpPr>
              <p:grpSpPr>
                <a:xfrm>
                  <a:off x="2703618" y="2290640"/>
                  <a:ext cx="450291" cy="72529"/>
                  <a:chOff x="2703618" y="2290640"/>
                  <a:chExt cx="450291" cy="72529"/>
                </a:xfrm>
              </p:grpSpPr>
              <p:cxnSp>
                <p:nvCxnSpPr>
                  <p:cNvPr id="7143" name="Google Shape;7143;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44" name="Google Shape;7144;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55"/>
                <p:cNvGrpSpPr/>
                <p:nvPr/>
              </p:nvGrpSpPr>
              <p:grpSpPr>
                <a:xfrm>
                  <a:off x="2908607" y="2103152"/>
                  <a:ext cx="269977" cy="223538"/>
                  <a:chOff x="2908607" y="2103152"/>
                  <a:chExt cx="269977" cy="223538"/>
                </a:xfrm>
              </p:grpSpPr>
              <p:cxnSp>
                <p:nvCxnSpPr>
                  <p:cNvPr id="7146" name="Google Shape;7146;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47" name="Google Shape;7147;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8" name="Google Shape;7148;p55"/>
              <p:cNvGrpSpPr/>
              <p:nvPr/>
            </p:nvGrpSpPr>
            <p:grpSpPr>
              <a:xfrm>
                <a:off x="2029517" y="1732295"/>
                <a:ext cx="685827" cy="643432"/>
                <a:chOff x="2029517" y="1732295"/>
                <a:chExt cx="685827" cy="643432"/>
              </a:xfrm>
            </p:grpSpPr>
            <p:sp>
              <p:nvSpPr>
                <p:cNvPr id="7149" name="Google Shape;7149;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55"/>
                <p:cNvGrpSpPr/>
                <p:nvPr/>
              </p:nvGrpSpPr>
              <p:grpSpPr>
                <a:xfrm>
                  <a:off x="2158948" y="1732295"/>
                  <a:ext cx="556396" cy="333108"/>
                  <a:chOff x="2158948" y="1732295"/>
                  <a:chExt cx="556396" cy="333108"/>
                </a:xfrm>
              </p:grpSpPr>
              <p:cxnSp>
                <p:nvCxnSpPr>
                  <p:cNvPr id="7151" name="Google Shape;7151;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152" name="Google Shape;7152;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55"/>
                <p:cNvGrpSpPr/>
                <p:nvPr/>
              </p:nvGrpSpPr>
              <p:grpSpPr>
                <a:xfrm>
                  <a:off x="2159908" y="2065057"/>
                  <a:ext cx="550884" cy="310670"/>
                  <a:chOff x="2159908" y="2065057"/>
                  <a:chExt cx="550884" cy="310670"/>
                </a:xfrm>
              </p:grpSpPr>
              <p:cxnSp>
                <p:nvCxnSpPr>
                  <p:cNvPr id="7154" name="Google Shape;7154;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155" name="Google Shape;7155;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156" name="Google Shape;7156;p55"/>
          <p:cNvGrpSpPr/>
          <p:nvPr/>
        </p:nvGrpSpPr>
        <p:grpSpPr>
          <a:xfrm>
            <a:off x="706399" y="1556837"/>
            <a:ext cx="962651" cy="810058"/>
            <a:chOff x="732462" y="1766083"/>
            <a:chExt cx="962651" cy="810058"/>
          </a:xfrm>
        </p:grpSpPr>
        <p:grpSp>
          <p:nvGrpSpPr>
            <p:cNvPr id="7157" name="Google Shape;7157;p55"/>
            <p:cNvGrpSpPr/>
            <p:nvPr/>
          </p:nvGrpSpPr>
          <p:grpSpPr>
            <a:xfrm>
              <a:off x="732462" y="1908333"/>
              <a:ext cx="339369" cy="524756"/>
              <a:chOff x="844912" y="1819635"/>
              <a:chExt cx="329836" cy="510016"/>
            </a:xfrm>
          </p:grpSpPr>
          <p:sp>
            <p:nvSpPr>
              <p:cNvPr id="7158" name="Google Shape;7158;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55"/>
            <p:cNvGrpSpPr/>
            <p:nvPr/>
          </p:nvGrpSpPr>
          <p:grpSpPr>
            <a:xfrm>
              <a:off x="1184858" y="2256650"/>
              <a:ext cx="510255" cy="319491"/>
              <a:chOff x="1284601" y="2158168"/>
              <a:chExt cx="495923" cy="310517"/>
            </a:xfrm>
          </p:grpSpPr>
          <p:sp>
            <p:nvSpPr>
              <p:cNvPr id="7165" name="Google Shape;7165;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6" name="Google Shape;7166;p55"/>
              <p:cNvGrpSpPr/>
              <p:nvPr/>
            </p:nvGrpSpPr>
            <p:grpSpPr>
              <a:xfrm>
                <a:off x="1507666" y="2158168"/>
                <a:ext cx="272858" cy="310517"/>
                <a:chOff x="1507666" y="2158168"/>
                <a:chExt cx="272858" cy="310517"/>
              </a:xfrm>
            </p:grpSpPr>
            <p:grpSp>
              <p:nvGrpSpPr>
                <p:cNvPr id="7167" name="Google Shape;7167;p55"/>
                <p:cNvGrpSpPr/>
                <p:nvPr/>
              </p:nvGrpSpPr>
              <p:grpSpPr>
                <a:xfrm>
                  <a:off x="1507666" y="2176104"/>
                  <a:ext cx="166395" cy="273149"/>
                  <a:chOff x="1507666" y="2176104"/>
                  <a:chExt cx="166395" cy="273149"/>
                </a:xfrm>
              </p:grpSpPr>
              <p:sp>
                <p:nvSpPr>
                  <p:cNvPr id="7168" name="Google Shape;7168;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5" name="Google Shape;7175;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7" name="Google Shape;7177;p55"/>
            <p:cNvGrpSpPr/>
            <p:nvPr/>
          </p:nvGrpSpPr>
          <p:grpSpPr>
            <a:xfrm>
              <a:off x="1184858" y="1766083"/>
              <a:ext cx="510255" cy="319491"/>
              <a:chOff x="1284601" y="1681380"/>
              <a:chExt cx="495923" cy="310517"/>
            </a:xfrm>
          </p:grpSpPr>
          <p:sp>
            <p:nvSpPr>
              <p:cNvPr id="7178" name="Google Shape;7178;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9" name="Google Shape;7179;p55"/>
              <p:cNvGrpSpPr/>
              <p:nvPr/>
            </p:nvGrpSpPr>
            <p:grpSpPr>
              <a:xfrm>
                <a:off x="1507666" y="1681380"/>
                <a:ext cx="272858" cy="310517"/>
                <a:chOff x="1507666" y="1681380"/>
                <a:chExt cx="272858" cy="310517"/>
              </a:xfrm>
            </p:grpSpPr>
            <p:grpSp>
              <p:nvGrpSpPr>
                <p:cNvPr id="7180" name="Google Shape;7180;p55"/>
                <p:cNvGrpSpPr/>
                <p:nvPr/>
              </p:nvGrpSpPr>
              <p:grpSpPr>
                <a:xfrm>
                  <a:off x="1507666" y="1700120"/>
                  <a:ext cx="166395" cy="272984"/>
                  <a:chOff x="1507666" y="1700120"/>
                  <a:chExt cx="166395" cy="272984"/>
                </a:xfrm>
              </p:grpSpPr>
              <p:sp>
                <p:nvSpPr>
                  <p:cNvPr id="7181" name="Google Shape;7181;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8" name="Google Shape;7188;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90" name="Google Shape;7190;p55"/>
          <p:cNvGrpSpPr/>
          <p:nvPr/>
        </p:nvGrpSpPr>
        <p:grpSpPr>
          <a:xfrm>
            <a:off x="6815339" y="2324267"/>
            <a:ext cx="1622269" cy="552443"/>
            <a:chOff x="6894650" y="2574740"/>
            <a:chExt cx="1445100" cy="492111"/>
          </a:xfrm>
        </p:grpSpPr>
        <p:sp>
          <p:nvSpPr>
            <p:cNvPr id="7191" name="Google Shape;7191;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6" name="Google Shape;7196;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197" name="Google Shape;7197;p55"/>
          <p:cNvGrpSpPr/>
          <p:nvPr/>
        </p:nvGrpSpPr>
        <p:grpSpPr>
          <a:xfrm>
            <a:off x="6834882" y="3698522"/>
            <a:ext cx="1583206" cy="475705"/>
            <a:chOff x="6953919" y="3907920"/>
            <a:chExt cx="1377300" cy="475705"/>
          </a:xfrm>
        </p:grpSpPr>
        <p:cxnSp>
          <p:nvCxnSpPr>
            <p:cNvPr id="7198" name="Google Shape;7198;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199" name="Google Shape;7199;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200" name="Google Shape;7200;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201" name="Google Shape;7201;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202" name="Google Shape;7202;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203" name="Google Shape;7203;p55"/>
          <p:cNvGrpSpPr/>
          <p:nvPr/>
        </p:nvGrpSpPr>
        <p:grpSpPr>
          <a:xfrm>
            <a:off x="2338470" y="2459668"/>
            <a:ext cx="836286" cy="824529"/>
            <a:chOff x="2389399" y="2595741"/>
            <a:chExt cx="812796" cy="801369"/>
          </a:xfrm>
        </p:grpSpPr>
        <p:grpSp>
          <p:nvGrpSpPr>
            <p:cNvPr id="7204" name="Google Shape;7204;p55"/>
            <p:cNvGrpSpPr/>
            <p:nvPr/>
          </p:nvGrpSpPr>
          <p:grpSpPr>
            <a:xfrm>
              <a:off x="2492145" y="2881565"/>
              <a:ext cx="607300" cy="229751"/>
              <a:chOff x="2492145" y="2881565"/>
              <a:chExt cx="607300" cy="229751"/>
            </a:xfrm>
          </p:grpSpPr>
          <p:sp>
            <p:nvSpPr>
              <p:cNvPr id="7205" name="Google Shape;7205;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55"/>
            <p:cNvGrpSpPr/>
            <p:nvPr/>
          </p:nvGrpSpPr>
          <p:grpSpPr>
            <a:xfrm>
              <a:off x="2389399" y="2595741"/>
              <a:ext cx="812796" cy="296825"/>
              <a:chOff x="2389399" y="2595741"/>
              <a:chExt cx="812796" cy="296825"/>
            </a:xfrm>
          </p:grpSpPr>
          <p:grpSp>
            <p:nvGrpSpPr>
              <p:cNvPr id="7209" name="Google Shape;7209;p55"/>
              <p:cNvGrpSpPr/>
              <p:nvPr/>
            </p:nvGrpSpPr>
            <p:grpSpPr>
              <a:xfrm>
                <a:off x="2389399" y="2595741"/>
                <a:ext cx="363638" cy="296825"/>
                <a:chOff x="2389399" y="2595741"/>
                <a:chExt cx="363638" cy="296825"/>
              </a:xfrm>
            </p:grpSpPr>
            <p:grpSp>
              <p:nvGrpSpPr>
                <p:cNvPr id="7210" name="Google Shape;7210;p55"/>
                <p:cNvGrpSpPr/>
                <p:nvPr/>
              </p:nvGrpSpPr>
              <p:grpSpPr>
                <a:xfrm>
                  <a:off x="2493852" y="2794333"/>
                  <a:ext cx="259185" cy="98232"/>
                  <a:chOff x="2493852" y="2794333"/>
                  <a:chExt cx="259185" cy="98232"/>
                </a:xfrm>
              </p:grpSpPr>
              <p:sp>
                <p:nvSpPr>
                  <p:cNvPr id="7211" name="Google Shape;7211;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55"/>
                <p:cNvGrpSpPr/>
                <p:nvPr/>
              </p:nvGrpSpPr>
              <p:grpSpPr>
                <a:xfrm>
                  <a:off x="2389399" y="2595741"/>
                  <a:ext cx="224343" cy="182054"/>
                  <a:chOff x="2389399" y="2595741"/>
                  <a:chExt cx="224343" cy="182054"/>
                </a:xfrm>
              </p:grpSpPr>
              <p:sp>
                <p:nvSpPr>
                  <p:cNvPr id="7215" name="Google Shape;7215;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7" name="Google Shape;7217;p55"/>
              <p:cNvGrpSpPr/>
              <p:nvPr/>
            </p:nvGrpSpPr>
            <p:grpSpPr>
              <a:xfrm>
                <a:off x="2683630" y="2595741"/>
                <a:ext cx="224334" cy="296825"/>
                <a:chOff x="2683630" y="2595741"/>
                <a:chExt cx="224334" cy="296825"/>
              </a:xfrm>
            </p:grpSpPr>
            <p:grpSp>
              <p:nvGrpSpPr>
                <p:cNvPr id="7218" name="Google Shape;7218;p55"/>
                <p:cNvGrpSpPr/>
                <p:nvPr/>
              </p:nvGrpSpPr>
              <p:grpSpPr>
                <a:xfrm>
                  <a:off x="2788083" y="2794333"/>
                  <a:ext cx="15356" cy="98232"/>
                  <a:chOff x="2788083" y="2794333"/>
                  <a:chExt cx="15356" cy="98232"/>
                </a:xfrm>
              </p:grpSpPr>
              <p:sp>
                <p:nvSpPr>
                  <p:cNvPr id="7219" name="Google Shape;7219;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55"/>
                <p:cNvGrpSpPr/>
                <p:nvPr/>
              </p:nvGrpSpPr>
              <p:grpSpPr>
                <a:xfrm>
                  <a:off x="2683630" y="2595741"/>
                  <a:ext cx="224334" cy="182054"/>
                  <a:chOff x="2683630" y="2595741"/>
                  <a:chExt cx="224334" cy="182054"/>
                </a:xfrm>
              </p:grpSpPr>
              <p:sp>
                <p:nvSpPr>
                  <p:cNvPr id="7223" name="Google Shape;7223;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5" name="Google Shape;7225;p55"/>
              <p:cNvGrpSpPr/>
              <p:nvPr/>
            </p:nvGrpSpPr>
            <p:grpSpPr>
              <a:xfrm>
                <a:off x="2838475" y="2595741"/>
                <a:ext cx="363719" cy="296825"/>
                <a:chOff x="2838475" y="2595741"/>
                <a:chExt cx="363719" cy="296825"/>
              </a:xfrm>
            </p:grpSpPr>
            <p:grpSp>
              <p:nvGrpSpPr>
                <p:cNvPr id="7226" name="Google Shape;7226;p55"/>
                <p:cNvGrpSpPr/>
                <p:nvPr/>
              </p:nvGrpSpPr>
              <p:grpSpPr>
                <a:xfrm>
                  <a:off x="2838475" y="2794333"/>
                  <a:ext cx="259185" cy="98232"/>
                  <a:chOff x="2838475" y="2794333"/>
                  <a:chExt cx="259185" cy="98232"/>
                </a:xfrm>
              </p:grpSpPr>
              <p:sp>
                <p:nvSpPr>
                  <p:cNvPr id="7227" name="Google Shape;7227;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55"/>
                <p:cNvGrpSpPr/>
                <p:nvPr/>
              </p:nvGrpSpPr>
              <p:grpSpPr>
                <a:xfrm>
                  <a:off x="2977852" y="2595741"/>
                  <a:ext cx="224343" cy="182054"/>
                  <a:chOff x="2977852" y="2595741"/>
                  <a:chExt cx="224343" cy="182054"/>
                </a:xfrm>
              </p:grpSpPr>
              <p:sp>
                <p:nvSpPr>
                  <p:cNvPr id="7231" name="Google Shape;7231;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33" name="Google Shape;7233;p55"/>
            <p:cNvGrpSpPr/>
            <p:nvPr/>
          </p:nvGrpSpPr>
          <p:grpSpPr>
            <a:xfrm>
              <a:off x="2389399" y="3100241"/>
              <a:ext cx="812796" cy="296869"/>
              <a:chOff x="2389399" y="3100241"/>
              <a:chExt cx="812796" cy="296869"/>
            </a:xfrm>
          </p:grpSpPr>
          <p:grpSp>
            <p:nvGrpSpPr>
              <p:cNvPr id="7234" name="Google Shape;7234;p55"/>
              <p:cNvGrpSpPr/>
              <p:nvPr/>
            </p:nvGrpSpPr>
            <p:grpSpPr>
              <a:xfrm>
                <a:off x="2683630" y="3100241"/>
                <a:ext cx="224334" cy="296869"/>
                <a:chOff x="2683630" y="3100241"/>
                <a:chExt cx="224334" cy="296869"/>
              </a:xfrm>
            </p:grpSpPr>
            <p:grpSp>
              <p:nvGrpSpPr>
                <p:cNvPr id="7235" name="Google Shape;7235;p55"/>
                <p:cNvGrpSpPr/>
                <p:nvPr/>
              </p:nvGrpSpPr>
              <p:grpSpPr>
                <a:xfrm>
                  <a:off x="2788083" y="3100241"/>
                  <a:ext cx="15356" cy="98237"/>
                  <a:chOff x="2788083" y="3100241"/>
                  <a:chExt cx="15356" cy="98237"/>
                </a:xfrm>
              </p:grpSpPr>
              <p:sp>
                <p:nvSpPr>
                  <p:cNvPr id="7236" name="Google Shape;7236;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55"/>
                <p:cNvGrpSpPr/>
                <p:nvPr/>
              </p:nvGrpSpPr>
              <p:grpSpPr>
                <a:xfrm>
                  <a:off x="2683630" y="3215065"/>
                  <a:ext cx="224334" cy="182045"/>
                  <a:chOff x="2683630" y="3215065"/>
                  <a:chExt cx="224334" cy="182045"/>
                </a:xfrm>
              </p:grpSpPr>
              <p:sp>
                <p:nvSpPr>
                  <p:cNvPr id="7240" name="Google Shape;7240;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2" name="Google Shape;7242;p55"/>
              <p:cNvGrpSpPr/>
              <p:nvPr/>
            </p:nvGrpSpPr>
            <p:grpSpPr>
              <a:xfrm>
                <a:off x="2389399" y="3100241"/>
                <a:ext cx="363638" cy="296869"/>
                <a:chOff x="2389399" y="3100241"/>
                <a:chExt cx="363638" cy="296869"/>
              </a:xfrm>
            </p:grpSpPr>
            <p:grpSp>
              <p:nvGrpSpPr>
                <p:cNvPr id="7243" name="Google Shape;7243;p55"/>
                <p:cNvGrpSpPr/>
                <p:nvPr/>
              </p:nvGrpSpPr>
              <p:grpSpPr>
                <a:xfrm>
                  <a:off x="2493852" y="3100241"/>
                  <a:ext cx="259185" cy="98237"/>
                  <a:chOff x="2493852" y="3100241"/>
                  <a:chExt cx="259185" cy="98237"/>
                </a:xfrm>
              </p:grpSpPr>
              <p:sp>
                <p:nvSpPr>
                  <p:cNvPr id="7244" name="Google Shape;7244;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55"/>
                <p:cNvGrpSpPr/>
                <p:nvPr/>
              </p:nvGrpSpPr>
              <p:grpSpPr>
                <a:xfrm>
                  <a:off x="2389399" y="3215065"/>
                  <a:ext cx="224343" cy="182045"/>
                  <a:chOff x="2389399" y="3215065"/>
                  <a:chExt cx="224343" cy="182045"/>
                </a:xfrm>
              </p:grpSpPr>
              <p:sp>
                <p:nvSpPr>
                  <p:cNvPr id="7248" name="Google Shape;7248;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50" name="Google Shape;7250;p55"/>
              <p:cNvGrpSpPr/>
              <p:nvPr/>
            </p:nvGrpSpPr>
            <p:grpSpPr>
              <a:xfrm>
                <a:off x="2838475" y="3100241"/>
                <a:ext cx="363719" cy="296869"/>
                <a:chOff x="2838475" y="3100241"/>
                <a:chExt cx="363719" cy="296869"/>
              </a:xfrm>
            </p:grpSpPr>
            <p:grpSp>
              <p:nvGrpSpPr>
                <p:cNvPr id="7251" name="Google Shape;7251;p55"/>
                <p:cNvGrpSpPr/>
                <p:nvPr/>
              </p:nvGrpSpPr>
              <p:grpSpPr>
                <a:xfrm>
                  <a:off x="2838475" y="3100241"/>
                  <a:ext cx="259185" cy="98237"/>
                  <a:chOff x="2838475" y="3100241"/>
                  <a:chExt cx="259185" cy="98237"/>
                </a:xfrm>
              </p:grpSpPr>
              <p:sp>
                <p:nvSpPr>
                  <p:cNvPr id="7252" name="Google Shape;7252;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55"/>
                <p:cNvGrpSpPr/>
                <p:nvPr/>
              </p:nvGrpSpPr>
              <p:grpSpPr>
                <a:xfrm>
                  <a:off x="2977852" y="3215065"/>
                  <a:ext cx="224343" cy="182045"/>
                  <a:chOff x="2977852" y="3215065"/>
                  <a:chExt cx="224343" cy="182045"/>
                </a:xfrm>
              </p:grpSpPr>
              <p:sp>
                <p:nvSpPr>
                  <p:cNvPr id="7256" name="Google Shape;7256;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1" name="Shape 7261"/>
        <p:cNvGrpSpPr/>
        <p:nvPr/>
      </p:nvGrpSpPr>
      <p:grpSpPr>
        <a:xfrm>
          <a:off x="0" y="0"/>
          <a:ext cx="0" cy="0"/>
          <a:chOff x="0" y="0"/>
          <a:chExt cx="0" cy="0"/>
        </a:xfrm>
      </p:grpSpPr>
      <p:grpSp>
        <p:nvGrpSpPr>
          <p:cNvPr id="7262" name="Google Shape;7262;p56"/>
          <p:cNvGrpSpPr/>
          <p:nvPr/>
        </p:nvGrpSpPr>
        <p:grpSpPr>
          <a:xfrm>
            <a:off x="702088" y="3155922"/>
            <a:ext cx="2390414" cy="1024800"/>
            <a:chOff x="728925" y="3296613"/>
            <a:chExt cx="2390414" cy="1024800"/>
          </a:xfrm>
        </p:grpSpPr>
        <p:grpSp>
          <p:nvGrpSpPr>
            <p:cNvPr id="7263" name="Google Shape;7263;p56"/>
            <p:cNvGrpSpPr/>
            <p:nvPr/>
          </p:nvGrpSpPr>
          <p:grpSpPr>
            <a:xfrm>
              <a:off x="728925" y="3619800"/>
              <a:ext cx="2390414" cy="500893"/>
              <a:chOff x="728925" y="3619800"/>
              <a:chExt cx="2390414" cy="500893"/>
            </a:xfrm>
          </p:grpSpPr>
          <p:sp>
            <p:nvSpPr>
              <p:cNvPr id="7264" name="Google Shape;7264;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65" name="Google Shape;7265;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266" name="Google Shape;7266;p56"/>
            <p:cNvGrpSpPr/>
            <p:nvPr/>
          </p:nvGrpSpPr>
          <p:grpSpPr>
            <a:xfrm>
              <a:off x="1348050" y="3296613"/>
              <a:ext cx="1706152" cy="1024800"/>
              <a:chOff x="1348050" y="3296613"/>
              <a:chExt cx="1706152" cy="1024800"/>
            </a:xfrm>
          </p:grpSpPr>
          <p:sp>
            <p:nvSpPr>
              <p:cNvPr id="7267" name="Google Shape;7267;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68" name="Google Shape;7268;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69" name="Google Shape;7269;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70" name="Google Shape;7270;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71" name="Google Shape;7271;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272" name="Google Shape;7272;p56"/>
            <p:cNvGrpSpPr/>
            <p:nvPr/>
          </p:nvGrpSpPr>
          <p:grpSpPr>
            <a:xfrm>
              <a:off x="1455707" y="3654858"/>
              <a:ext cx="1491150" cy="417657"/>
              <a:chOff x="1455707" y="3654858"/>
              <a:chExt cx="1491150" cy="417657"/>
            </a:xfrm>
          </p:grpSpPr>
          <p:sp>
            <p:nvSpPr>
              <p:cNvPr id="7273" name="Google Shape;7273;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293" name="Google Shape;7293;p56"/>
          <p:cNvGraphicFramePr/>
          <p:nvPr/>
        </p:nvGraphicFramePr>
        <p:xfrm>
          <a:off x="5937787" y="2153834"/>
          <a:ext cx="3000000" cy="3000000"/>
        </p:xfrm>
        <a:graphic>
          <a:graphicData uri="http://schemas.openxmlformats.org/drawingml/2006/table">
            <a:tbl>
              <a:tblPr>
                <a:noFill/>
                <a:tableStyleId>{9D0281E8-2CB9-4B32-A04F-FD2CD01CB098}</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7294" name="Google Shape;7294;p56"/>
          <p:cNvGrpSpPr/>
          <p:nvPr/>
        </p:nvGrpSpPr>
        <p:grpSpPr>
          <a:xfrm>
            <a:off x="710464" y="981599"/>
            <a:ext cx="2396505" cy="976502"/>
            <a:chOff x="749309" y="1112739"/>
            <a:chExt cx="2371603" cy="976502"/>
          </a:xfrm>
        </p:grpSpPr>
        <p:grpSp>
          <p:nvGrpSpPr>
            <p:cNvPr id="7295" name="Google Shape;7295;p56"/>
            <p:cNvGrpSpPr/>
            <p:nvPr/>
          </p:nvGrpSpPr>
          <p:grpSpPr>
            <a:xfrm>
              <a:off x="1092126" y="1112739"/>
              <a:ext cx="2028786" cy="975464"/>
              <a:chOff x="1092126" y="1112739"/>
              <a:chExt cx="2028786" cy="975464"/>
            </a:xfrm>
          </p:grpSpPr>
          <p:sp>
            <p:nvSpPr>
              <p:cNvPr id="7296" name="Google Shape;7296;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56"/>
            <p:cNvGrpSpPr/>
            <p:nvPr/>
          </p:nvGrpSpPr>
          <p:grpSpPr>
            <a:xfrm>
              <a:off x="749309" y="1112739"/>
              <a:ext cx="314700" cy="975464"/>
              <a:chOff x="749309" y="1112739"/>
              <a:chExt cx="314700" cy="975464"/>
            </a:xfrm>
          </p:grpSpPr>
          <p:sp>
            <p:nvSpPr>
              <p:cNvPr id="7321" name="Google Shape;7321;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5" name="Google Shape;7325;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329" name="Google Shape;7329;p56"/>
          <p:cNvGraphicFramePr/>
          <p:nvPr/>
        </p:nvGraphicFramePr>
        <p:xfrm>
          <a:off x="5937812" y="981584"/>
          <a:ext cx="3000000" cy="3000000"/>
        </p:xfrm>
        <a:graphic>
          <a:graphicData uri="http://schemas.openxmlformats.org/drawingml/2006/table">
            <a:tbl>
              <a:tblPr>
                <a:noFill/>
                <a:tableStyleId>{9D0281E8-2CB9-4B32-A04F-FD2CD01CB098}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330" name="Google Shape;7330;p56"/>
          <p:cNvGraphicFramePr/>
          <p:nvPr/>
        </p:nvGraphicFramePr>
        <p:xfrm>
          <a:off x="3358675" y="2153834"/>
          <a:ext cx="3000000" cy="3000000"/>
        </p:xfrm>
        <a:graphic>
          <a:graphicData uri="http://schemas.openxmlformats.org/drawingml/2006/table">
            <a:tbl>
              <a:tblPr>
                <a:noFill/>
                <a:tableStyleId>{9D0281E8-2CB9-4B32-A04F-FD2CD01CB098}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331" name="Google Shape;7331;p56"/>
          <p:cNvGrpSpPr/>
          <p:nvPr/>
        </p:nvGrpSpPr>
        <p:grpSpPr>
          <a:xfrm>
            <a:off x="3360661" y="3144795"/>
            <a:ext cx="2363377" cy="1047062"/>
            <a:chOff x="3358399" y="3285485"/>
            <a:chExt cx="2363377" cy="1047062"/>
          </a:xfrm>
        </p:grpSpPr>
        <p:grpSp>
          <p:nvGrpSpPr>
            <p:cNvPr id="7332" name="Google Shape;7332;p56"/>
            <p:cNvGrpSpPr/>
            <p:nvPr/>
          </p:nvGrpSpPr>
          <p:grpSpPr>
            <a:xfrm>
              <a:off x="3358412" y="3285485"/>
              <a:ext cx="2363244" cy="139500"/>
              <a:chOff x="3358412" y="3285485"/>
              <a:chExt cx="2363244" cy="139500"/>
            </a:xfrm>
          </p:grpSpPr>
          <p:sp>
            <p:nvSpPr>
              <p:cNvPr id="7333" name="Google Shape;7333;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56"/>
            <p:cNvGrpSpPr/>
            <p:nvPr/>
          </p:nvGrpSpPr>
          <p:grpSpPr>
            <a:xfrm>
              <a:off x="3358412" y="3466996"/>
              <a:ext cx="2363244" cy="139500"/>
              <a:chOff x="3358412" y="3466996"/>
              <a:chExt cx="2363244" cy="139500"/>
            </a:xfrm>
          </p:grpSpPr>
          <p:sp>
            <p:nvSpPr>
              <p:cNvPr id="7339" name="Google Shape;7339;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56"/>
            <p:cNvGrpSpPr/>
            <p:nvPr/>
          </p:nvGrpSpPr>
          <p:grpSpPr>
            <a:xfrm>
              <a:off x="3358412" y="3648507"/>
              <a:ext cx="2363244" cy="139500"/>
              <a:chOff x="3358412" y="3648507"/>
              <a:chExt cx="2363244" cy="139500"/>
            </a:xfrm>
          </p:grpSpPr>
          <p:sp>
            <p:nvSpPr>
              <p:cNvPr id="7345" name="Google Shape;7345;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56"/>
            <p:cNvGrpSpPr/>
            <p:nvPr/>
          </p:nvGrpSpPr>
          <p:grpSpPr>
            <a:xfrm>
              <a:off x="3358412" y="3830018"/>
              <a:ext cx="2363244" cy="139500"/>
              <a:chOff x="3358412" y="3830018"/>
              <a:chExt cx="2363244" cy="139500"/>
            </a:xfrm>
          </p:grpSpPr>
          <p:sp>
            <p:nvSpPr>
              <p:cNvPr id="7351" name="Google Shape;7351;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56"/>
            <p:cNvGrpSpPr/>
            <p:nvPr/>
          </p:nvGrpSpPr>
          <p:grpSpPr>
            <a:xfrm>
              <a:off x="3358399" y="4011514"/>
              <a:ext cx="2363377" cy="139537"/>
              <a:chOff x="3294800" y="4134603"/>
              <a:chExt cx="2638876" cy="152400"/>
            </a:xfrm>
          </p:grpSpPr>
          <p:sp>
            <p:nvSpPr>
              <p:cNvPr id="7357" name="Google Shape;7357;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56"/>
            <p:cNvGrpSpPr/>
            <p:nvPr/>
          </p:nvGrpSpPr>
          <p:grpSpPr>
            <a:xfrm>
              <a:off x="3358399" y="4193010"/>
              <a:ext cx="2363377" cy="139537"/>
              <a:chOff x="3294800" y="4134603"/>
              <a:chExt cx="2638876" cy="152400"/>
            </a:xfrm>
          </p:grpSpPr>
          <p:sp>
            <p:nvSpPr>
              <p:cNvPr id="7363" name="Google Shape;7363;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368" name="Google Shape;7368;p56"/>
          <p:cNvGraphicFramePr/>
          <p:nvPr/>
        </p:nvGraphicFramePr>
        <p:xfrm>
          <a:off x="711463" y="2153834"/>
          <a:ext cx="3000000" cy="3000000"/>
        </p:xfrm>
        <a:graphic>
          <a:graphicData uri="http://schemas.openxmlformats.org/drawingml/2006/table">
            <a:tbl>
              <a:tblPr>
                <a:noFill/>
                <a:tableStyleId>{9D0281E8-2CB9-4B32-A04F-FD2CD01CB098}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369" name="Google Shape;7369;p56"/>
          <p:cNvGrpSpPr/>
          <p:nvPr/>
        </p:nvGrpSpPr>
        <p:grpSpPr>
          <a:xfrm>
            <a:off x="4161132" y="2557649"/>
            <a:ext cx="1302095" cy="60959"/>
            <a:chOff x="3558802" y="4011427"/>
            <a:chExt cx="1866000" cy="111300"/>
          </a:xfrm>
        </p:grpSpPr>
        <p:sp>
          <p:nvSpPr>
            <p:cNvPr id="7370" name="Google Shape;7370;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56"/>
          <p:cNvGrpSpPr/>
          <p:nvPr/>
        </p:nvGrpSpPr>
        <p:grpSpPr>
          <a:xfrm>
            <a:off x="4706620" y="2839808"/>
            <a:ext cx="914340" cy="60959"/>
            <a:chOff x="3558802" y="4011427"/>
            <a:chExt cx="1866000" cy="111300"/>
          </a:xfrm>
        </p:grpSpPr>
        <p:sp>
          <p:nvSpPr>
            <p:cNvPr id="7373" name="Google Shape;7373;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56"/>
          <p:cNvGrpSpPr/>
          <p:nvPr/>
        </p:nvGrpSpPr>
        <p:grpSpPr>
          <a:xfrm>
            <a:off x="5871419" y="3167606"/>
            <a:ext cx="2522867" cy="1001454"/>
            <a:chOff x="1904318" y="789980"/>
            <a:chExt cx="1489472" cy="606868"/>
          </a:xfrm>
        </p:grpSpPr>
        <p:cxnSp>
          <p:nvCxnSpPr>
            <p:cNvPr id="7376" name="Google Shape;7376;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377" name="Google Shape;7377;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378" name="Google Shape;7378;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379" name="Google Shape;7379;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380" name="Google Shape;7380;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381" name="Google Shape;7381;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382" name="Google Shape;7382;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383" name="Google Shape;7383;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390" name="Google Shape;7390;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391" name="Google Shape;7391;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392" name="Google Shape;7392;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56"/>
          <p:cNvGrpSpPr/>
          <p:nvPr/>
        </p:nvGrpSpPr>
        <p:grpSpPr>
          <a:xfrm>
            <a:off x="3355824" y="951642"/>
            <a:ext cx="2363393" cy="1005865"/>
            <a:chOff x="3292400" y="1193188"/>
            <a:chExt cx="2615240" cy="1131075"/>
          </a:xfrm>
        </p:grpSpPr>
        <p:sp>
          <p:nvSpPr>
            <p:cNvPr id="7394" name="Google Shape;7394;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5" name="Google Shape;7395;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6" name="Google Shape;7396;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397" name="Google Shape;7397;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398" name="Google Shape;7398;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399" name="Google Shape;7399;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400" name="Google Shape;7400;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401" name="Google Shape;7401;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402" name="Google Shape;7402;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403" name="Google Shape;7403;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404" name="Google Shape;7404;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05" name="Google Shape;7405;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406" name="Google Shape;7406;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07" name="Google Shape;7407;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408" name="Google Shape;7408;p56"/>
            <p:cNvGrpSpPr/>
            <p:nvPr/>
          </p:nvGrpSpPr>
          <p:grpSpPr>
            <a:xfrm>
              <a:off x="3748438" y="1378608"/>
              <a:ext cx="2159202" cy="903971"/>
              <a:chOff x="1683525" y="2179850"/>
              <a:chExt cx="4519050" cy="2134525"/>
            </a:xfrm>
          </p:grpSpPr>
          <p:sp>
            <p:nvSpPr>
              <p:cNvPr id="7409" name="Google Shape;7409;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0" name="Google Shape;7410;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1" name="Google Shape;7411;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2" name="Google Shape;7412;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3" name="Google Shape;7413;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4" name="Google Shape;7414;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5" name="Google Shape;7415;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6" name="Google Shape;7416;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7" name="Google Shape;7417;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8" name="Google Shape;7418;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9" name="Google Shape;7419;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20" name="Google Shape;7420;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24" name="Shape 7424"/>
        <p:cNvGrpSpPr/>
        <p:nvPr/>
      </p:nvGrpSpPr>
      <p:grpSpPr>
        <a:xfrm>
          <a:off x="0" y="0"/>
          <a:ext cx="0" cy="0"/>
          <a:chOff x="0" y="0"/>
          <a:chExt cx="0" cy="0"/>
        </a:xfrm>
      </p:grpSpPr>
      <p:grpSp>
        <p:nvGrpSpPr>
          <p:cNvPr id="7425" name="Google Shape;7425;p57"/>
          <p:cNvGrpSpPr/>
          <p:nvPr/>
        </p:nvGrpSpPr>
        <p:grpSpPr>
          <a:xfrm>
            <a:off x="4796690" y="970938"/>
            <a:ext cx="745431" cy="718863"/>
            <a:chOff x="4249973" y="1201875"/>
            <a:chExt cx="1958568" cy="1888762"/>
          </a:xfrm>
        </p:grpSpPr>
        <p:sp>
          <p:nvSpPr>
            <p:cNvPr id="7426" name="Google Shape;7426;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7" name="Google Shape;7427;p57"/>
            <p:cNvGrpSpPr/>
            <p:nvPr/>
          </p:nvGrpSpPr>
          <p:grpSpPr>
            <a:xfrm>
              <a:off x="5853086" y="1789142"/>
              <a:ext cx="355454" cy="1048099"/>
              <a:chOff x="5576108" y="2016725"/>
              <a:chExt cx="565200" cy="1666560"/>
            </a:xfrm>
          </p:grpSpPr>
          <p:sp>
            <p:nvSpPr>
              <p:cNvPr id="7428" name="Google Shape;7428;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29" name="Google Shape;7429;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57"/>
            <p:cNvGrpSpPr/>
            <p:nvPr/>
          </p:nvGrpSpPr>
          <p:grpSpPr>
            <a:xfrm>
              <a:off x="4869455" y="2691676"/>
              <a:ext cx="1013897" cy="398961"/>
              <a:chOff x="4012057" y="3451825"/>
              <a:chExt cx="1612175" cy="634379"/>
            </a:xfrm>
          </p:grpSpPr>
          <p:sp>
            <p:nvSpPr>
              <p:cNvPr id="7431" name="Google Shape;7431;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32" name="Google Shape;7432;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57"/>
            <p:cNvGrpSpPr/>
            <p:nvPr/>
          </p:nvGrpSpPr>
          <p:grpSpPr>
            <a:xfrm>
              <a:off x="4276937" y="2155961"/>
              <a:ext cx="651965" cy="891358"/>
              <a:chOff x="3069908" y="2599997"/>
              <a:chExt cx="1036675" cy="1417328"/>
            </a:xfrm>
          </p:grpSpPr>
          <p:sp>
            <p:nvSpPr>
              <p:cNvPr id="7434" name="Google Shape;7434;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35" name="Google Shape;7435;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57"/>
            <p:cNvGrpSpPr/>
            <p:nvPr/>
          </p:nvGrpSpPr>
          <p:grpSpPr>
            <a:xfrm>
              <a:off x="5054918" y="1201875"/>
              <a:ext cx="999548" cy="602711"/>
              <a:chOff x="4306958" y="1082925"/>
              <a:chExt cx="1589359" cy="958358"/>
            </a:xfrm>
          </p:grpSpPr>
          <p:sp>
            <p:nvSpPr>
              <p:cNvPr id="7437" name="Google Shape;7437;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38" name="Google Shape;7438;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57"/>
            <p:cNvGrpSpPr/>
            <p:nvPr/>
          </p:nvGrpSpPr>
          <p:grpSpPr>
            <a:xfrm>
              <a:off x="4249973" y="1303451"/>
              <a:ext cx="799317" cy="841334"/>
              <a:chOff x="3027033" y="1244439"/>
              <a:chExt cx="1270977" cy="1337786"/>
            </a:xfrm>
          </p:grpSpPr>
          <p:sp>
            <p:nvSpPr>
              <p:cNvPr id="7440" name="Google Shape;7440;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41" name="Google Shape;7441;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2" name="Google Shape;7442;p57"/>
          <p:cNvGrpSpPr/>
          <p:nvPr/>
        </p:nvGrpSpPr>
        <p:grpSpPr>
          <a:xfrm>
            <a:off x="713063" y="1849388"/>
            <a:ext cx="761767" cy="729896"/>
            <a:chOff x="2657744" y="2337745"/>
            <a:chExt cx="832987" cy="798137"/>
          </a:xfrm>
        </p:grpSpPr>
        <p:sp>
          <p:nvSpPr>
            <p:cNvPr id="7443" name="Google Shape;7443;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57"/>
          <p:cNvGrpSpPr/>
          <p:nvPr/>
        </p:nvGrpSpPr>
        <p:grpSpPr>
          <a:xfrm>
            <a:off x="3224027" y="1852594"/>
            <a:ext cx="685569" cy="723586"/>
            <a:chOff x="3398134" y="2057755"/>
            <a:chExt cx="704087" cy="743130"/>
          </a:xfrm>
        </p:grpSpPr>
        <p:grpSp>
          <p:nvGrpSpPr>
            <p:cNvPr id="7450" name="Google Shape;7450;p57"/>
            <p:cNvGrpSpPr/>
            <p:nvPr/>
          </p:nvGrpSpPr>
          <p:grpSpPr>
            <a:xfrm>
              <a:off x="3398134" y="2290183"/>
              <a:ext cx="315300" cy="219900"/>
              <a:chOff x="3398134" y="2290183"/>
              <a:chExt cx="315300" cy="219900"/>
            </a:xfrm>
          </p:grpSpPr>
          <p:sp>
            <p:nvSpPr>
              <p:cNvPr id="7451" name="Google Shape;7451;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52" name="Google Shape;7452;p57"/>
              <p:cNvCxnSpPr>
                <a:stCxn id="745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453" name="Google Shape;7453;p57"/>
            <p:cNvGrpSpPr/>
            <p:nvPr/>
          </p:nvGrpSpPr>
          <p:grpSpPr>
            <a:xfrm>
              <a:off x="3547823" y="2467358"/>
              <a:ext cx="219900" cy="333527"/>
              <a:chOff x="3547823" y="2467358"/>
              <a:chExt cx="219900" cy="333527"/>
            </a:xfrm>
          </p:grpSpPr>
          <p:sp>
            <p:nvSpPr>
              <p:cNvPr id="7454" name="Google Shape;7454;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55" name="Google Shape;7455;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456" name="Google Shape;7456;p57"/>
            <p:cNvGrpSpPr/>
            <p:nvPr/>
          </p:nvGrpSpPr>
          <p:grpSpPr>
            <a:xfrm>
              <a:off x="3734138" y="2467358"/>
              <a:ext cx="219900" cy="333527"/>
              <a:chOff x="3734138" y="2467358"/>
              <a:chExt cx="219900" cy="333527"/>
            </a:xfrm>
          </p:grpSpPr>
          <p:sp>
            <p:nvSpPr>
              <p:cNvPr id="7457" name="Google Shape;7457;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58" name="Google Shape;7458;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459" name="Google Shape;7459;p57"/>
            <p:cNvGrpSpPr/>
            <p:nvPr/>
          </p:nvGrpSpPr>
          <p:grpSpPr>
            <a:xfrm>
              <a:off x="3787560" y="2288011"/>
              <a:ext cx="314661" cy="219900"/>
              <a:chOff x="3787560" y="2288011"/>
              <a:chExt cx="314661" cy="219900"/>
            </a:xfrm>
          </p:grpSpPr>
          <p:sp>
            <p:nvSpPr>
              <p:cNvPr id="7460" name="Google Shape;7460;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61" name="Google Shape;7461;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462" name="Google Shape;7462;p57"/>
            <p:cNvGrpSpPr/>
            <p:nvPr/>
          </p:nvGrpSpPr>
          <p:grpSpPr>
            <a:xfrm>
              <a:off x="3637290" y="2057755"/>
              <a:ext cx="219900" cy="335499"/>
              <a:chOff x="3637290" y="2057755"/>
              <a:chExt cx="219900" cy="335499"/>
            </a:xfrm>
          </p:grpSpPr>
          <p:sp>
            <p:nvSpPr>
              <p:cNvPr id="7463" name="Google Shape;7463;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464" name="Google Shape;7464;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465" name="Google Shape;7465;p57"/>
          <p:cNvGrpSpPr/>
          <p:nvPr/>
        </p:nvGrpSpPr>
        <p:grpSpPr>
          <a:xfrm>
            <a:off x="4899249" y="1859290"/>
            <a:ext cx="710153" cy="710153"/>
            <a:chOff x="5007123" y="2079403"/>
            <a:chExt cx="687600" cy="687600"/>
          </a:xfrm>
        </p:grpSpPr>
        <p:sp>
          <p:nvSpPr>
            <p:cNvPr id="7466" name="Google Shape;7466;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57"/>
          <p:cNvGrpSpPr/>
          <p:nvPr/>
        </p:nvGrpSpPr>
        <p:grpSpPr>
          <a:xfrm>
            <a:off x="5708687" y="1853796"/>
            <a:ext cx="720998" cy="721183"/>
            <a:chOff x="5797446" y="2063053"/>
            <a:chExt cx="698100" cy="698280"/>
          </a:xfrm>
        </p:grpSpPr>
        <p:sp>
          <p:nvSpPr>
            <p:cNvPr id="7471" name="Google Shape;7471;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7"/>
          <p:cNvGrpSpPr/>
          <p:nvPr/>
        </p:nvGrpSpPr>
        <p:grpSpPr>
          <a:xfrm>
            <a:off x="8153834" y="3499401"/>
            <a:ext cx="280585" cy="673164"/>
            <a:chOff x="8075075" y="3754290"/>
            <a:chExt cx="255612" cy="613194"/>
          </a:xfrm>
        </p:grpSpPr>
        <p:grpSp>
          <p:nvGrpSpPr>
            <p:cNvPr id="7476" name="Google Shape;7476;p57"/>
            <p:cNvGrpSpPr/>
            <p:nvPr/>
          </p:nvGrpSpPr>
          <p:grpSpPr>
            <a:xfrm>
              <a:off x="8075075" y="3754290"/>
              <a:ext cx="255612" cy="613194"/>
              <a:chOff x="8075075" y="3754290"/>
              <a:chExt cx="255612" cy="613194"/>
            </a:xfrm>
          </p:grpSpPr>
          <p:sp>
            <p:nvSpPr>
              <p:cNvPr id="7477" name="Google Shape;7477;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9" name="Google Shape;7479;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57"/>
          <p:cNvGrpSpPr/>
          <p:nvPr/>
        </p:nvGrpSpPr>
        <p:grpSpPr>
          <a:xfrm>
            <a:off x="5270892" y="3488198"/>
            <a:ext cx="470352" cy="683745"/>
            <a:chOff x="1697726" y="3244179"/>
            <a:chExt cx="788124" cy="1146069"/>
          </a:xfrm>
        </p:grpSpPr>
        <p:sp>
          <p:nvSpPr>
            <p:cNvPr id="7481" name="Google Shape;7481;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3" name="Google Shape;7483;p57"/>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4" name="Google Shape;7484;p57"/>
          <p:cNvGrpSpPr/>
          <p:nvPr/>
        </p:nvGrpSpPr>
        <p:grpSpPr>
          <a:xfrm>
            <a:off x="5892043" y="3499400"/>
            <a:ext cx="293891" cy="293845"/>
            <a:chOff x="6134814" y="3754290"/>
            <a:chExt cx="293891" cy="293845"/>
          </a:xfrm>
        </p:grpSpPr>
        <p:sp>
          <p:nvSpPr>
            <p:cNvPr id="7485" name="Google Shape;7485;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7"/>
          <p:cNvGrpSpPr/>
          <p:nvPr/>
        </p:nvGrpSpPr>
        <p:grpSpPr>
          <a:xfrm>
            <a:off x="5892043" y="3878071"/>
            <a:ext cx="293891" cy="293891"/>
            <a:chOff x="6134814" y="4086186"/>
            <a:chExt cx="293891" cy="293891"/>
          </a:xfrm>
        </p:grpSpPr>
        <p:sp>
          <p:nvSpPr>
            <p:cNvPr id="7488" name="Google Shape;7488;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0" name="Google Shape;7490;p57"/>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7"/>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2" name="Google Shape;7492;p57"/>
          <p:cNvGrpSpPr/>
          <p:nvPr/>
        </p:nvGrpSpPr>
        <p:grpSpPr>
          <a:xfrm>
            <a:off x="7817018" y="2706764"/>
            <a:ext cx="622883" cy="621944"/>
            <a:chOff x="1187048" y="238125"/>
            <a:chExt cx="5256397" cy="5248476"/>
          </a:xfrm>
        </p:grpSpPr>
        <p:sp>
          <p:nvSpPr>
            <p:cNvPr id="7493" name="Google Shape;7493;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57"/>
          <p:cNvGrpSpPr/>
          <p:nvPr/>
        </p:nvGrpSpPr>
        <p:grpSpPr>
          <a:xfrm>
            <a:off x="2274123" y="2716372"/>
            <a:ext cx="1310987" cy="612407"/>
            <a:chOff x="238125" y="1188750"/>
            <a:chExt cx="7140450" cy="3335550"/>
          </a:xfrm>
        </p:grpSpPr>
        <p:sp>
          <p:nvSpPr>
            <p:cNvPr id="7498" name="Google Shape;7498;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57"/>
          <p:cNvGrpSpPr/>
          <p:nvPr/>
        </p:nvGrpSpPr>
        <p:grpSpPr>
          <a:xfrm>
            <a:off x="6599995" y="2706927"/>
            <a:ext cx="1110299" cy="621702"/>
            <a:chOff x="238125" y="1335475"/>
            <a:chExt cx="5418735" cy="3034175"/>
          </a:xfrm>
        </p:grpSpPr>
        <p:sp>
          <p:nvSpPr>
            <p:cNvPr id="7504" name="Google Shape;7504;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57"/>
          <p:cNvGrpSpPr/>
          <p:nvPr/>
        </p:nvGrpSpPr>
        <p:grpSpPr>
          <a:xfrm>
            <a:off x="5417655" y="2703824"/>
            <a:ext cx="1074451" cy="627181"/>
            <a:chOff x="5359127" y="2910889"/>
            <a:chExt cx="1097723" cy="640831"/>
          </a:xfrm>
        </p:grpSpPr>
        <p:grpSp>
          <p:nvGrpSpPr>
            <p:cNvPr id="7508" name="Google Shape;7508;p57"/>
            <p:cNvGrpSpPr/>
            <p:nvPr/>
          </p:nvGrpSpPr>
          <p:grpSpPr>
            <a:xfrm>
              <a:off x="5929791" y="3263088"/>
              <a:ext cx="527060" cy="287097"/>
              <a:chOff x="5929791" y="3263088"/>
              <a:chExt cx="527060" cy="287097"/>
            </a:xfrm>
          </p:grpSpPr>
          <p:sp>
            <p:nvSpPr>
              <p:cNvPr id="7509" name="Google Shape;7509;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10" name="Google Shape;7510;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511" name="Google Shape;7511;p57"/>
            <p:cNvGrpSpPr/>
            <p:nvPr/>
          </p:nvGrpSpPr>
          <p:grpSpPr>
            <a:xfrm>
              <a:off x="5359127" y="3263089"/>
              <a:ext cx="526428" cy="288631"/>
              <a:chOff x="5359127" y="3263089"/>
              <a:chExt cx="526428" cy="288631"/>
            </a:xfrm>
          </p:grpSpPr>
          <p:sp>
            <p:nvSpPr>
              <p:cNvPr id="7512" name="Google Shape;7512;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13" name="Google Shape;7513;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514" name="Google Shape;7514;p57"/>
            <p:cNvGrpSpPr/>
            <p:nvPr/>
          </p:nvGrpSpPr>
          <p:grpSpPr>
            <a:xfrm>
              <a:off x="5551525" y="2910889"/>
              <a:ext cx="520901" cy="610283"/>
              <a:chOff x="5551525" y="2910889"/>
              <a:chExt cx="520901" cy="610283"/>
            </a:xfrm>
          </p:grpSpPr>
          <p:sp>
            <p:nvSpPr>
              <p:cNvPr id="7515" name="Google Shape;7515;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16" name="Google Shape;7516;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517" name="Google Shape;7517;p57"/>
            <p:cNvGrpSpPr/>
            <p:nvPr/>
          </p:nvGrpSpPr>
          <p:grpSpPr>
            <a:xfrm>
              <a:off x="5743962" y="2919100"/>
              <a:ext cx="623674" cy="284502"/>
              <a:chOff x="5743962" y="2919100"/>
              <a:chExt cx="623674" cy="284502"/>
            </a:xfrm>
          </p:grpSpPr>
          <p:sp>
            <p:nvSpPr>
              <p:cNvPr id="7518" name="Google Shape;7518;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19" name="Google Shape;7519;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520" name="Google Shape;7520;p57"/>
          <p:cNvGrpSpPr/>
          <p:nvPr/>
        </p:nvGrpSpPr>
        <p:grpSpPr>
          <a:xfrm>
            <a:off x="7568868" y="1854536"/>
            <a:ext cx="874976" cy="719600"/>
            <a:chOff x="7608988" y="2093194"/>
            <a:chExt cx="817276" cy="672147"/>
          </a:xfrm>
        </p:grpSpPr>
        <p:cxnSp>
          <p:nvCxnSpPr>
            <p:cNvPr id="7521" name="Google Shape;7521;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22" name="Google Shape;7522;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23" name="Google Shape;7523;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24" name="Google Shape;7524;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25" name="Google Shape;7525;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526" name="Google Shape;7526;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527" name="Google Shape;7527;p57"/>
            <p:cNvGrpSpPr/>
            <p:nvPr/>
          </p:nvGrpSpPr>
          <p:grpSpPr>
            <a:xfrm>
              <a:off x="7721175" y="2093194"/>
              <a:ext cx="599587" cy="623846"/>
              <a:chOff x="7721175" y="2093194"/>
              <a:chExt cx="599587" cy="623846"/>
            </a:xfrm>
          </p:grpSpPr>
          <p:grpSp>
            <p:nvGrpSpPr>
              <p:cNvPr id="7528" name="Google Shape;7528;p57"/>
              <p:cNvGrpSpPr/>
              <p:nvPr/>
            </p:nvGrpSpPr>
            <p:grpSpPr>
              <a:xfrm>
                <a:off x="7721175" y="2093194"/>
                <a:ext cx="291605" cy="623846"/>
                <a:chOff x="9405575" y="2061418"/>
                <a:chExt cx="291605" cy="623846"/>
              </a:xfrm>
            </p:grpSpPr>
            <p:sp>
              <p:nvSpPr>
                <p:cNvPr id="7529" name="Google Shape;7529;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57"/>
              <p:cNvGrpSpPr/>
              <p:nvPr/>
            </p:nvGrpSpPr>
            <p:grpSpPr>
              <a:xfrm flipH="1">
                <a:off x="8029157" y="2093194"/>
                <a:ext cx="291605" cy="623846"/>
                <a:chOff x="9405575" y="2061418"/>
                <a:chExt cx="291605" cy="623846"/>
              </a:xfrm>
            </p:grpSpPr>
            <p:sp>
              <p:nvSpPr>
                <p:cNvPr id="7537" name="Google Shape;7537;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44" name="Google Shape;7544;p57"/>
          <p:cNvGrpSpPr/>
          <p:nvPr/>
        </p:nvGrpSpPr>
        <p:grpSpPr>
          <a:xfrm>
            <a:off x="4013304" y="970938"/>
            <a:ext cx="712557" cy="785901"/>
            <a:chOff x="4206459" y="1191441"/>
            <a:chExt cx="712557" cy="785901"/>
          </a:xfrm>
        </p:grpSpPr>
        <p:sp>
          <p:nvSpPr>
            <p:cNvPr id="7545" name="Google Shape;7545;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9" name="Google Shape;7549;p57"/>
            <p:cNvGrpSpPr/>
            <p:nvPr/>
          </p:nvGrpSpPr>
          <p:grpSpPr>
            <a:xfrm>
              <a:off x="4644280" y="1290523"/>
              <a:ext cx="143716" cy="29463"/>
              <a:chOff x="4644280" y="1290523"/>
              <a:chExt cx="143716" cy="29463"/>
            </a:xfrm>
          </p:grpSpPr>
          <p:sp>
            <p:nvSpPr>
              <p:cNvPr id="7550" name="Google Shape;7550;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57"/>
            <p:cNvGrpSpPr/>
            <p:nvPr/>
          </p:nvGrpSpPr>
          <p:grpSpPr>
            <a:xfrm>
              <a:off x="4356567" y="1191441"/>
              <a:ext cx="143690" cy="29488"/>
              <a:chOff x="4356567" y="1191441"/>
              <a:chExt cx="143690" cy="29488"/>
            </a:xfrm>
          </p:grpSpPr>
          <p:sp>
            <p:nvSpPr>
              <p:cNvPr id="7555" name="Google Shape;7555;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57"/>
            <p:cNvGrpSpPr/>
            <p:nvPr/>
          </p:nvGrpSpPr>
          <p:grpSpPr>
            <a:xfrm>
              <a:off x="4339009" y="1863727"/>
              <a:ext cx="143703" cy="29476"/>
              <a:chOff x="4339009" y="1863727"/>
              <a:chExt cx="143703" cy="29476"/>
            </a:xfrm>
          </p:grpSpPr>
          <p:sp>
            <p:nvSpPr>
              <p:cNvPr id="7560" name="Google Shape;7560;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57"/>
            <p:cNvGrpSpPr/>
            <p:nvPr/>
          </p:nvGrpSpPr>
          <p:grpSpPr>
            <a:xfrm>
              <a:off x="4206459" y="1607315"/>
              <a:ext cx="29539" cy="142899"/>
              <a:chOff x="4206459" y="1607315"/>
              <a:chExt cx="29539" cy="142899"/>
            </a:xfrm>
          </p:grpSpPr>
          <p:sp>
            <p:nvSpPr>
              <p:cNvPr id="7565" name="Google Shape;7565;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9" name="Google Shape;7569;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3" name="Google Shape;7573;p57"/>
            <p:cNvGrpSpPr/>
            <p:nvPr/>
          </p:nvGrpSpPr>
          <p:grpSpPr>
            <a:xfrm>
              <a:off x="4889463" y="1423737"/>
              <a:ext cx="29552" cy="142899"/>
              <a:chOff x="4889463" y="1423737"/>
              <a:chExt cx="29552" cy="142899"/>
            </a:xfrm>
          </p:grpSpPr>
          <p:sp>
            <p:nvSpPr>
              <p:cNvPr id="7574" name="Google Shape;7574;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57"/>
            <p:cNvGrpSpPr/>
            <p:nvPr/>
          </p:nvGrpSpPr>
          <p:grpSpPr>
            <a:xfrm>
              <a:off x="4771663" y="1876896"/>
              <a:ext cx="108651" cy="100447"/>
              <a:chOff x="4771663" y="1876896"/>
              <a:chExt cx="108651" cy="100447"/>
            </a:xfrm>
          </p:grpSpPr>
          <p:sp>
            <p:nvSpPr>
              <p:cNvPr id="7579" name="Google Shape;7579;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3" name="Google Shape;7583;p57"/>
          <p:cNvGrpSpPr/>
          <p:nvPr/>
        </p:nvGrpSpPr>
        <p:grpSpPr>
          <a:xfrm>
            <a:off x="4008780" y="1854161"/>
            <a:ext cx="791287" cy="720350"/>
            <a:chOff x="267375" y="1071875"/>
            <a:chExt cx="470500" cy="428550"/>
          </a:xfrm>
        </p:grpSpPr>
        <p:sp>
          <p:nvSpPr>
            <p:cNvPr id="7584" name="Google Shape;7584;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57"/>
          <p:cNvGrpSpPr/>
          <p:nvPr/>
        </p:nvGrpSpPr>
        <p:grpSpPr>
          <a:xfrm>
            <a:off x="709275" y="3498791"/>
            <a:ext cx="1408444" cy="673166"/>
            <a:chOff x="712664" y="3693287"/>
            <a:chExt cx="1460738" cy="698160"/>
          </a:xfrm>
        </p:grpSpPr>
        <p:grpSp>
          <p:nvGrpSpPr>
            <p:cNvPr id="7593" name="Google Shape;7593;p57"/>
            <p:cNvGrpSpPr/>
            <p:nvPr/>
          </p:nvGrpSpPr>
          <p:grpSpPr>
            <a:xfrm>
              <a:off x="1380079" y="4133090"/>
              <a:ext cx="234048" cy="258099"/>
              <a:chOff x="1380079" y="4133090"/>
              <a:chExt cx="234048" cy="258099"/>
            </a:xfrm>
          </p:grpSpPr>
          <p:sp>
            <p:nvSpPr>
              <p:cNvPr id="7594" name="Google Shape;7594;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7"/>
            <p:cNvGrpSpPr/>
            <p:nvPr/>
          </p:nvGrpSpPr>
          <p:grpSpPr>
            <a:xfrm>
              <a:off x="884610" y="3864082"/>
              <a:ext cx="1118566" cy="527275"/>
              <a:chOff x="890961" y="3865463"/>
              <a:chExt cx="1115221" cy="525698"/>
            </a:xfrm>
          </p:grpSpPr>
          <p:sp>
            <p:nvSpPr>
              <p:cNvPr id="7598" name="Google Shape;7598;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57"/>
            <p:cNvGrpSpPr/>
            <p:nvPr/>
          </p:nvGrpSpPr>
          <p:grpSpPr>
            <a:xfrm>
              <a:off x="712664" y="3693287"/>
              <a:ext cx="1460738" cy="698160"/>
              <a:chOff x="712664" y="3693025"/>
              <a:chExt cx="1460738" cy="698160"/>
            </a:xfrm>
          </p:grpSpPr>
          <p:sp>
            <p:nvSpPr>
              <p:cNvPr id="7602" name="Google Shape;7602;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8" name="Google Shape;7608;p57"/>
          <p:cNvGrpSpPr/>
          <p:nvPr/>
        </p:nvGrpSpPr>
        <p:grpSpPr>
          <a:xfrm>
            <a:off x="3146990" y="970938"/>
            <a:ext cx="795485" cy="738831"/>
            <a:chOff x="3348603" y="1236445"/>
            <a:chExt cx="749256" cy="695894"/>
          </a:xfrm>
        </p:grpSpPr>
        <p:grpSp>
          <p:nvGrpSpPr>
            <p:cNvPr id="7609" name="Google Shape;7609;p57"/>
            <p:cNvGrpSpPr/>
            <p:nvPr/>
          </p:nvGrpSpPr>
          <p:grpSpPr>
            <a:xfrm>
              <a:off x="3583779" y="1236445"/>
              <a:ext cx="293795" cy="285811"/>
              <a:chOff x="3750225" y="1774000"/>
              <a:chExt cx="149575" cy="145525"/>
            </a:xfrm>
          </p:grpSpPr>
          <p:sp>
            <p:nvSpPr>
              <p:cNvPr id="7610" name="Google Shape;7610;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57"/>
            <p:cNvGrpSpPr/>
            <p:nvPr/>
          </p:nvGrpSpPr>
          <p:grpSpPr>
            <a:xfrm>
              <a:off x="3775534" y="1462599"/>
              <a:ext cx="322325" cy="285958"/>
              <a:chOff x="3847850" y="1889150"/>
              <a:chExt cx="164100" cy="145600"/>
            </a:xfrm>
          </p:grpSpPr>
          <p:sp>
            <p:nvSpPr>
              <p:cNvPr id="7613" name="Google Shape;7613;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57"/>
            <p:cNvGrpSpPr/>
            <p:nvPr/>
          </p:nvGrpSpPr>
          <p:grpSpPr>
            <a:xfrm>
              <a:off x="3545329" y="1646528"/>
              <a:ext cx="293746" cy="285811"/>
              <a:chOff x="3730650" y="1982800"/>
              <a:chExt cx="149550" cy="145525"/>
            </a:xfrm>
          </p:grpSpPr>
          <p:sp>
            <p:nvSpPr>
              <p:cNvPr id="7616" name="Google Shape;7616;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57"/>
            <p:cNvGrpSpPr/>
            <p:nvPr/>
          </p:nvGrpSpPr>
          <p:grpSpPr>
            <a:xfrm>
              <a:off x="3348603" y="1415046"/>
              <a:ext cx="294384" cy="284387"/>
              <a:chOff x="3630494" y="1864938"/>
              <a:chExt cx="149875" cy="144800"/>
            </a:xfrm>
          </p:grpSpPr>
          <p:sp>
            <p:nvSpPr>
              <p:cNvPr id="7619" name="Google Shape;7619;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1" name="Google Shape;7621;p57"/>
          <p:cNvGrpSpPr/>
          <p:nvPr/>
        </p:nvGrpSpPr>
        <p:grpSpPr>
          <a:xfrm>
            <a:off x="2268517" y="3493834"/>
            <a:ext cx="1324924" cy="678083"/>
            <a:chOff x="2413923" y="3711366"/>
            <a:chExt cx="1374117" cy="703260"/>
          </a:xfrm>
        </p:grpSpPr>
        <p:grpSp>
          <p:nvGrpSpPr>
            <p:cNvPr id="7622" name="Google Shape;7622;p57"/>
            <p:cNvGrpSpPr/>
            <p:nvPr/>
          </p:nvGrpSpPr>
          <p:grpSpPr>
            <a:xfrm>
              <a:off x="2413923" y="3711366"/>
              <a:ext cx="1374117" cy="703260"/>
              <a:chOff x="2413923" y="3711366"/>
              <a:chExt cx="1374117" cy="703260"/>
            </a:xfrm>
          </p:grpSpPr>
          <p:sp>
            <p:nvSpPr>
              <p:cNvPr id="7623" name="Google Shape;7623;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4" name="Google Shape;7624;p57"/>
              <p:cNvGrpSpPr/>
              <p:nvPr/>
            </p:nvGrpSpPr>
            <p:grpSpPr>
              <a:xfrm>
                <a:off x="2600284" y="3808654"/>
                <a:ext cx="234506" cy="138009"/>
                <a:chOff x="2600284" y="3808654"/>
                <a:chExt cx="234506" cy="138009"/>
              </a:xfrm>
            </p:grpSpPr>
            <p:sp>
              <p:nvSpPr>
                <p:cNvPr id="7625" name="Google Shape;7625;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26" name="Google Shape;7626;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27" name="Google Shape;7627;p57"/>
              <p:cNvGrpSpPr/>
              <p:nvPr/>
            </p:nvGrpSpPr>
            <p:grpSpPr>
              <a:xfrm>
                <a:off x="3359659" y="3805664"/>
                <a:ext cx="232294" cy="141000"/>
                <a:chOff x="3359659" y="3805664"/>
                <a:chExt cx="232294" cy="141000"/>
              </a:xfrm>
            </p:grpSpPr>
            <p:sp>
              <p:nvSpPr>
                <p:cNvPr id="7628" name="Google Shape;7628;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29" name="Google Shape;7629;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30" name="Google Shape;7630;p57"/>
              <p:cNvGrpSpPr/>
              <p:nvPr/>
            </p:nvGrpSpPr>
            <p:grpSpPr>
              <a:xfrm>
                <a:off x="3067316" y="3711366"/>
                <a:ext cx="66900" cy="166809"/>
                <a:chOff x="3067316" y="3711366"/>
                <a:chExt cx="66900" cy="166809"/>
              </a:xfrm>
            </p:grpSpPr>
            <p:sp>
              <p:nvSpPr>
                <p:cNvPr id="7631" name="Google Shape;7631;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2" name="Google Shape;7632;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33" name="Google Shape;7633;p57"/>
              <p:cNvGrpSpPr/>
              <p:nvPr/>
            </p:nvGrpSpPr>
            <p:grpSpPr>
              <a:xfrm>
                <a:off x="2413923" y="4058666"/>
                <a:ext cx="224119" cy="66900"/>
                <a:chOff x="2413923" y="4058666"/>
                <a:chExt cx="224119" cy="66900"/>
              </a:xfrm>
            </p:grpSpPr>
            <p:sp>
              <p:nvSpPr>
                <p:cNvPr id="7634" name="Google Shape;7634;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5" name="Google Shape;7635;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36" name="Google Shape;7636;p57"/>
              <p:cNvGrpSpPr/>
              <p:nvPr/>
            </p:nvGrpSpPr>
            <p:grpSpPr>
              <a:xfrm>
                <a:off x="3564643" y="4058666"/>
                <a:ext cx="223397" cy="66900"/>
                <a:chOff x="3564643" y="4058666"/>
                <a:chExt cx="223397" cy="66900"/>
              </a:xfrm>
            </p:grpSpPr>
            <p:sp>
              <p:nvSpPr>
                <p:cNvPr id="7637" name="Google Shape;7637;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8" name="Google Shape;7638;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639" name="Google Shape;7639;p57"/>
            <p:cNvGrpSpPr/>
            <p:nvPr/>
          </p:nvGrpSpPr>
          <p:grpSpPr>
            <a:xfrm>
              <a:off x="2633353" y="3965763"/>
              <a:ext cx="933975" cy="445687"/>
              <a:chOff x="2633353" y="3965763"/>
              <a:chExt cx="933975" cy="445687"/>
            </a:xfrm>
          </p:grpSpPr>
          <p:sp>
            <p:nvSpPr>
              <p:cNvPr id="7640" name="Google Shape;7640;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2" name="Google Shape;7642;p57"/>
          <p:cNvGrpSpPr/>
          <p:nvPr/>
        </p:nvGrpSpPr>
        <p:grpSpPr>
          <a:xfrm>
            <a:off x="6392789" y="1044382"/>
            <a:ext cx="1131087" cy="587383"/>
            <a:chOff x="238125" y="999450"/>
            <a:chExt cx="7140700" cy="3708225"/>
          </a:xfrm>
        </p:grpSpPr>
        <p:sp>
          <p:nvSpPr>
            <p:cNvPr id="7643" name="Google Shape;7643;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57"/>
          <p:cNvGrpSpPr/>
          <p:nvPr/>
        </p:nvGrpSpPr>
        <p:grpSpPr>
          <a:xfrm>
            <a:off x="3744240" y="3493876"/>
            <a:ext cx="1375854" cy="678131"/>
            <a:chOff x="3913765" y="3641905"/>
            <a:chExt cx="1522805" cy="750560"/>
          </a:xfrm>
        </p:grpSpPr>
        <p:grpSp>
          <p:nvGrpSpPr>
            <p:cNvPr id="7653" name="Google Shape;7653;p57"/>
            <p:cNvGrpSpPr/>
            <p:nvPr/>
          </p:nvGrpSpPr>
          <p:grpSpPr>
            <a:xfrm>
              <a:off x="3913765" y="3997002"/>
              <a:ext cx="1522805" cy="395463"/>
              <a:chOff x="3913765" y="3997002"/>
              <a:chExt cx="1522805" cy="395463"/>
            </a:xfrm>
          </p:grpSpPr>
          <p:grpSp>
            <p:nvGrpSpPr>
              <p:cNvPr id="7654" name="Google Shape;7654;p57"/>
              <p:cNvGrpSpPr/>
              <p:nvPr/>
            </p:nvGrpSpPr>
            <p:grpSpPr>
              <a:xfrm>
                <a:off x="3913765" y="4138659"/>
                <a:ext cx="507602" cy="253806"/>
                <a:chOff x="3913765" y="4138659"/>
                <a:chExt cx="507602" cy="253806"/>
              </a:xfrm>
            </p:grpSpPr>
            <p:sp>
              <p:nvSpPr>
                <p:cNvPr id="7655" name="Google Shape;7655;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657" name="Google Shape;7657;p57"/>
              <p:cNvGrpSpPr/>
              <p:nvPr/>
            </p:nvGrpSpPr>
            <p:grpSpPr>
              <a:xfrm>
                <a:off x="4421361" y="3997002"/>
                <a:ext cx="507618" cy="395463"/>
                <a:chOff x="4421361" y="3997002"/>
                <a:chExt cx="507618" cy="395463"/>
              </a:xfrm>
            </p:grpSpPr>
            <p:sp>
              <p:nvSpPr>
                <p:cNvPr id="7658" name="Google Shape;7658;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57"/>
              <p:cNvGrpSpPr/>
              <p:nvPr/>
            </p:nvGrpSpPr>
            <p:grpSpPr>
              <a:xfrm>
                <a:off x="4928973" y="4189418"/>
                <a:ext cx="507596" cy="203047"/>
                <a:chOff x="4928973" y="4189418"/>
                <a:chExt cx="507596" cy="203047"/>
              </a:xfrm>
            </p:grpSpPr>
            <p:sp>
              <p:nvSpPr>
                <p:cNvPr id="7661" name="Google Shape;7661;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3" name="Google Shape;7663;p57"/>
            <p:cNvGrpSpPr/>
            <p:nvPr/>
          </p:nvGrpSpPr>
          <p:grpSpPr>
            <a:xfrm>
              <a:off x="4482186" y="3641905"/>
              <a:ext cx="397605" cy="349784"/>
              <a:chOff x="2906375" y="1159725"/>
              <a:chExt cx="1860575" cy="1636800"/>
            </a:xfrm>
          </p:grpSpPr>
          <p:sp>
            <p:nvSpPr>
              <p:cNvPr id="7664" name="Google Shape;7664;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8" name="Google Shape;7668;p57"/>
          <p:cNvGrpSpPr/>
          <p:nvPr/>
        </p:nvGrpSpPr>
        <p:grpSpPr>
          <a:xfrm>
            <a:off x="6528949" y="1853803"/>
            <a:ext cx="940737" cy="721067"/>
            <a:chOff x="6599718" y="2068734"/>
            <a:chExt cx="940737" cy="721067"/>
          </a:xfrm>
        </p:grpSpPr>
        <p:sp>
          <p:nvSpPr>
            <p:cNvPr id="7669" name="Google Shape;7669;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5" name="Google Shape;7675;p57"/>
            <p:cNvGrpSpPr/>
            <p:nvPr/>
          </p:nvGrpSpPr>
          <p:grpSpPr>
            <a:xfrm>
              <a:off x="6836957" y="2068734"/>
              <a:ext cx="461892" cy="721067"/>
              <a:chOff x="6836957" y="2068734"/>
              <a:chExt cx="461892" cy="721067"/>
            </a:xfrm>
          </p:grpSpPr>
          <p:sp>
            <p:nvSpPr>
              <p:cNvPr id="7676" name="Google Shape;7676;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2" name="Google Shape;7682;p57"/>
              <p:cNvGrpSpPr/>
              <p:nvPr/>
            </p:nvGrpSpPr>
            <p:grpSpPr>
              <a:xfrm>
                <a:off x="6836957" y="2068734"/>
                <a:ext cx="461892" cy="721067"/>
                <a:chOff x="6836957" y="2068734"/>
                <a:chExt cx="461892" cy="721067"/>
              </a:xfrm>
            </p:grpSpPr>
            <p:sp>
              <p:nvSpPr>
                <p:cNvPr id="7683" name="Google Shape;7683;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90" name="Google Shape;7690;p57"/>
          <p:cNvGrpSpPr/>
          <p:nvPr/>
        </p:nvGrpSpPr>
        <p:grpSpPr>
          <a:xfrm>
            <a:off x="2412267" y="1858149"/>
            <a:ext cx="712577" cy="712374"/>
            <a:chOff x="2559249" y="2069323"/>
            <a:chExt cx="685566" cy="685634"/>
          </a:xfrm>
        </p:grpSpPr>
        <p:sp>
          <p:nvSpPr>
            <p:cNvPr id="7691" name="Google Shape;7691;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57"/>
          <p:cNvGrpSpPr/>
          <p:nvPr/>
        </p:nvGrpSpPr>
        <p:grpSpPr>
          <a:xfrm>
            <a:off x="7594705" y="970938"/>
            <a:ext cx="845645" cy="711911"/>
            <a:chOff x="951975" y="315800"/>
            <a:chExt cx="5860325" cy="4933550"/>
          </a:xfrm>
        </p:grpSpPr>
        <p:sp>
          <p:nvSpPr>
            <p:cNvPr id="7705" name="Google Shape;7705;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7"/>
          <p:cNvGrpSpPr/>
          <p:nvPr/>
        </p:nvGrpSpPr>
        <p:grpSpPr>
          <a:xfrm>
            <a:off x="3691834" y="2707047"/>
            <a:ext cx="1617932" cy="621724"/>
            <a:chOff x="3862800" y="3038525"/>
            <a:chExt cx="1329006" cy="510698"/>
          </a:xfrm>
        </p:grpSpPr>
        <p:sp>
          <p:nvSpPr>
            <p:cNvPr id="7714" name="Google Shape;7714;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6" name="Google Shape;7716;p57"/>
            <p:cNvGrpSpPr/>
            <p:nvPr/>
          </p:nvGrpSpPr>
          <p:grpSpPr>
            <a:xfrm>
              <a:off x="3967075" y="3040337"/>
              <a:ext cx="1019927" cy="402126"/>
              <a:chOff x="3967075" y="3040337"/>
              <a:chExt cx="1019927" cy="402126"/>
            </a:xfrm>
          </p:grpSpPr>
          <p:sp>
            <p:nvSpPr>
              <p:cNvPr id="7717" name="Google Shape;7717;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57"/>
            <p:cNvGrpSpPr/>
            <p:nvPr/>
          </p:nvGrpSpPr>
          <p:grpSpPr>
            <a:xfrm>
              <a:off x="4186700" y="3040337"/>
              <a:ext cx="390475" cy="183289"/>
              <a:chOff x="4186700" y="3040337"/>
              <a:chExt cx="390475" cy="183289"/>
            </a:xfrm>
          </p:grpSpPr>
          <p:sp>
            <p:nvSpPr>
              <p:cNvPr id="7720" name="Google Shape;7720;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7"/>
            <p:cNvGrpSpPr/>
            <p:nvPr/>
          </p:nvGrpSpPr>
          <p:grpSpPr>
            <a:xfrm>
              <a:off x="4073727" y="3040337"/>
              <a:ext cx="697794" cy="296263"/>
              <a:chOff x="4073727" y="3040337"/>
              <a:chExt cx="697794" cy="296263"/>
            </a:xfrm>
          </p:grpSpPr>
          <p:sp>
            <p:nvSpPr>
              <p:cNvPr id="7723" name="Google Shape;7723;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57"/>
            <p:cNvGrpSpPr/>
            <p:nvPr/>
          </p:nvGrpSpPr>
          <p:grpSpPr>
            <a:xfrm>
              <a:off x="3862800" y="3038525"/>
              <a:ext cx="1329006" cy="510698"/>
              <a:chOff x="3862800" y="3038525"/>
              <a:chExt cx="1329006" cy="510698"/>
            </a:xfrm>
          </p:grpSpPr>
          <p:sp>
            <p:nvSpPr>
              <p:cNvPr id="7726" name="Google Shape;7726;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8" name="Google Shape;7728;p57"/>
          <p:cNvGrpSpPr/>
          <p:nvPr/>
        </p:nvGrpSpPr>
        <p:grpSpPr>
          <a:xfrm>
            <a:off x="700156" y="970938"/>
            <a:ext cx="883205" cy="775176"/>
            <a:chOff x="649648" y="271400"/>
            <a:chExt cx="6215377" cy="5455143"/>
          </a:xfrm>
        </p:grpSpPr>
        <p:sp>
          <p:nvSpPr>
            <p:cNvPr id="7729" name="Google Shape;7729;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57"/>
          <p:cNvGrpSpPr/>
          <p:nvPr/>
        </p:nvGrpSpPr>
        <p:grpSpPr>
          <a:xfrm>
            <a:off x="2308457" y="970938"/>
            <a:ext cx="767704" cy="815489"/>
            <a:chOff x="2499700" y="1135950"/>
            <a:chExt cx="732402" cy="777990"/>
          </a:xfrm>
        </p:grpSpPr>
        <p:grpSp>
          <p:nvGrpSpPr>
            <p:cNvPr id="7742" name="Google Shape;7742;p57"/>
            <p:cNvGrpSpPr/>
            <p:nvPr/>
          </p:nvGrpSpPr>
          <p:grpSpPr>
            <a:xfrm>
              <a:off x="2499700" y="1135950"/>
              <a:ext cx="732402" cy="694705"/>
              <a:chOff x="2499700" y="1135950"/>
              <a:chExt cx="732402" cy="694705"/>
            </a:xfrm>
          </p:grpSpPr>
          <p:sp>
            <p:nvSpPr>
              <p:cNvPr id="7743" name="Google Shape;7743;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57"/>
            <p:cNvGrpSpPr/>
            <p:nvPr/>
          </p:nvGrpSpPr>
          <p:grpSpPr>
            <a:xfrm>
              <a:off x="2517909" y="1188726"/>
              <a:ext cx="702702" cy="725214"/>
              <a:chOff x="2517909" y="1188726"/>
              <a:chExt cx="702702" cy="725214"/>
            </a:xfrm>
          </p:grpSpPr>
          <p:sp>
            <p:nvSpPr>
              <p:cNvPr id="7771" name="Google Shape;7771;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6" name="Google Shape;7776;p57"/>
          <p:cNvGrpSpPr/>
          <p:nvPr/>
        </p:nvGrpSpPr>
        <p:grpSpPr>
          <a:xfrm>
            <a:off x="1654189" y="970938"/>
            <a:ext cx="583439" cy="870229"/>
            <a:chOff x="1716825" y="1121550"/>
            <a:chExt cx="622800" cy="928938"/>
          </a:xfrm>
        </p:grpSpPr>
        <p:grpSp>
          <p:nvGrpSpPr>
            <p:cNvPr id="7777" name="Google Shape;7777;p57"/>
            <p:cNvGrpSpPr/>
            <p:nvPr/>
          </p:nvGrpSpPr>
          <p:grpSpPr>
            <a:xfrm>
              <a:off x="1716825" y="1121550"/>
              <a:ext cx="622800" cy="928938"/>
              <a:chOff x="1716825" y="1121550"/>
              <a:chExt cx="622800" cy="928938"/>
            </a:xfrm>
          </p:grpSpPr>
          <p:cxnSp>
            <p:nvCxnSpPr>
              <p:cNvPr id="7778" name="Google Shape;7778;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7779" name="Google Shape;7779;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57"/>
            <p:cNvGrpSpPr/>
            <p:nvPr/>
          </p:nvGrpSpPr>
          <p:grpSpPr>
            <a:xfrm>
              <a:off x="1768050" y="1172775"/>
              <a:ext cx="520200" cy="832000"/>
              <a:chOff x="1768050" y="1172775"/>
              <a:chExt cx="520200" cy="832000"/>
            </a:xfrm>
          </p:grpSpPr>
          <p:cxnSp>
            <p:nvCxnSpPr>
              <p:cNvPr id="7781" name="Google Shape;7781;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7782" name="Google Shape;7782;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57"/>
            <p:cNvGrpSpPr/>
            <p:nvPr/>
          </p:nvGrpSpPr>
          <p:grpSpPr>
            <a:xfrm>
              <a:off x="1820100" y="1225475"/>
              <a:ext cx="416400" cy="729575"/>
              <a:chOff x="1820100" y="1225475"/>
              <a:chExt cx="416400" cy="729575"/>
            </a:xfrm>
          </p:grpSpPr>
          <p:cxnSp>
            <p:nvCxnSpPr>
              <p:cNvPr id="7784" name="Google Shape;7784;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7785" name="Google Shape;7785;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57"/>
            <p:cNvGrpSpPr/>
            <p:nvPr/>
          </p:nvGrpSpPr>
          <p:grpSpPr>
            <a:xfrm>
              <a:off x="1874250" y="1278825"/>
              <a:ext cx="308100" cy="605275"/>
              <a:chOff x="1874250" y="1278825"/>
              <a:chExt cx="308100" cy="605275"/>
            </a:xfrm>
          </p:grpSpPr>
          <p:cxnSp>
            <p:nvCxnSpPr>
              <p:cNvPr id="7787" name="Google Shape;7787;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7788" name="Google Shape;7788;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9" name="Google Shape;7789;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57"/>
          <p:cNvGrpSpPr/>
          <p:nvPr/>
        </p:nvGrpSpPr>
        <p:grpSpPr>
          <a:xfrm>
            <a:off x="1574012" y="1857260"/>
            <a:ext cx="739072" cy="714152"/>
            <a:chOff x="4334725" y="1355875"/>
            <a:chExt cx="3106650" cy="3001900"/>
          </a:xfrm>
        </p:grpSpPr>
        <p:grpSp>
          <p:nvGrpSpPr>
            <p:cNvPr id="7791" name="Google Shape;7791;p57"/>
            <p:cNvGrpSpPr/>
            <p:nvPr/>
          </p:nvGrpSpPr>
          <p:grpSpPr>
            <a:xfrm>
              <a:off x="4516050" y="1724875"/>
              <a:ext cx="2693725" cy="2632900"/>
              <a:chOff x="4516050" y="1724875"/>
              <a:chExt cx="2693725" cy="2632900"/>
            </a:xfrm>
          </p:grpSpPr>
          <p:sp>
            <p:nvSpPr>
              <p:cNvPr id="7792" name="Google Shape;7792;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57"/>
            <p:cNvGrpSpPr/>
            <p:nvPr/>
          </p:nvGrpSpPr>
          <p:grpSpPr>
            <a:xfrm>
              <a:off x="4334725" y="1355875"/>
              <a:ext cx="3106650" cy="2709650"/>
              <a:chOff x="4334725" y="1355875"/>
              <a:chExt cx="3106650" cy="2709650"/>
            </a:xfrm>
          </p:grpSpPr>
          <p:sp>
            <p:nvSpPr>
              <p:cNvPr id="7796" name="Google Shape;7796;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9" name="Google Shape;7799;p57"/>
          <p:cNvGrpSpPr/>
          <p:nvPr/>
        </p:nvGrpSpPr>
        <p:grpSpPr>
          <a:xfrm>
            <a:off x="7690961" y="3488031"/>
            <a:ext cx="312074" cy="684173"/>
            <a:chOff x="7645573" y="3754300"/>
            <a:chExt cx="293855" cy="644170"/>
          </a:xfrm>
        </p:grpSpPr>
        <p:sp>
          <p:nvSpPr>
            <p:cNvPr id="7800" name="Google Shape;7800;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57"/>
          <p:cNvGrpSpPr/>
          <p:nvPr/>
        </p:nvGrpSpPr>
        <p:grpSpPr>
          <a:xfrm>
            <a:off x="5612949" y="970938"/>
            <a:ext cx="709011" cy="739359"/>
            <a:chOff x="5830645" y="1256617"/>
            <a:chExt cx="530340" cy="553040"/>
          </a:xfrm>
        </p:grpSpPr>
        <p:grpSp>
          <p:nvGrpSpPr>
            <p:cNvPr id="7803" name="Google Shape;7803;p57"/>
            <p:cNvGrpSpPr/>
            <p:nvPr/>
          </p:nvGrpSpPr>
          <p:grpSpPr>
            <a:xfrm>
              <a:off x="5830645" y="1256617"/>
              <a:ext cx="259743" cy="269909"/>
              <a:chOff x="5830645" y="1256617"/>
              <a:chExt cx="259743" cy="269909"/>
            </a:xfrm>
          </p:grpSpPr>
          <p:sp>
            <p:nvSpPr>
              <p:cNvPr id="7804" name="Google Shape;7804;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57"/>
            <p:cNvGrpSpPr/>
            <p:nvPr/>
          </p:nvGrpSpPr>
          <p:grpSpPr>
            <a:xfrm>
              <a:off x="6101293" y="1256617"/>
              <a:ext cx="259692" cy="269909"/>
              <a:chOff x="6101293" y="1256617"/>
              <a:chExt cx="259692" cy="269909"/>
            </a:xfrm>
          </p:grpSpPr>
          <p:sp>
            <p:nvSpPr>
              <p:cNvPr id="7807" name="Google Shape;7807;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57"/>
            <p:cNvGrpSpPr/>
            <p:nvPr/>
          </p:nvGrpSpPr>
          <p:grpSpPr>
            <a:xfrm>
              <a:off x="5830645" y="1539749"/>
              <a:ext cx="259692" cy="269909"/>
              <a:chOff x="5830645" y="1539749"/>
              <a:chExt cx="259692" cy="269909"/>
            </a:xfrm>
          </p:grpSpPr>
          <p:sp>
            <p:nvSpPr>
              <p:cNvPr id="7810" name="Google Shape;7810;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57"/>
            <p:cNvGrpSpPr/>
            <p:nvPr/>
          </p:nvGrpSpPr>
          <p:grpSpPr>
            <a:xfrm>
              <a:off x="6101293" y="1539749"/>
              <a:ext cx="259692" cy="269909"/>
              <a:chOff x="6101293" y="1539749"/>
              <a:chExt cx="259692" cy="269909"/>
            </a:xfrm>
          </p:grpSpPr>
          <p:sp>
            <p:nvSpPr>
              <p:cNvPr id="7813" name="Google Shape;7813;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5" name="Google Shape;7815;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57"/>
          <p:cNvGrpSpPr/>
          <p:nvPr/>
        </p:nvGrpSpPr>
        <p:grpSpPr>
          <a:xfrm>
            <a:off x="714444" y="2707054"/>
            <a:ext cx="1452955" cy="621360"/>
            <a:chOff x="732422" y="2990152"/>
            <a:chExt cx="1337773" cy="572102"/>
          </a:xfrm>
        </p:grpSpPr>
        <p:sp>
          <p:nvSpPr>
            <p:cNvPr id="7817" name="Google Shape;7817;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6" name="Shape 7826"/>
        <p:cNvGrpSpPr/>
        <p:nvPr/>
      </p:nvGrpSpPr>
      <p:grpSpPr>
        <a:xfrm>
          <a:off x="0" y="0"/>
          <a:ext cx="0" cy="0"/>
          <a:chOff x="0" y="0"/>
          <a:chExt cx="0" cy="0"/>
        </a:xfrm>
      </p:grpSpPr>
      <p:grpSp>
        <p:nvGrpSpPr>
          <p:cNvPr id="7827" name="Google Shape;7827;p58"/>
          <p:cNvGrpSpPr/>
          <p:nvPr/>
        </p:nvGrpSpPr>
        <p:grpSpPr>
          <a:xfrm>
            <a:off x="708579" y="965872"/>
            <a:ext cx="1636117" cy="1526144"/>
            <a:chOff x="729238" y="1179665"/>
            <a:chExt cx="1636117" cy="1526144"/>
          </a:xfrm>
        </p:grpSpPr>
        <p:grpSp>
          <p:nvGrpSpPr>
            <p:cNvPr id="7828" name="Google Shape;7828;p58"/>
            <p:cNvGrpSpPr/>
            <p:nvPr/>
          </p:nvGrpSpPr>
          <p:grpSpPr>
            <a:xfrm>
              <a:off x="729238" y="1179665"/>
              <a:ext cx="80700" cy="1526144"/>
              <a:chOff x="729238" y="1179665"/>
              <a:chExt cx="80700" cy="1526144"/>
            </a:xfrm>
          </p:grpSpPr>
          <p:sp>
            <p:nvSpPr>
              <p:cNvPr id="7829" name="Google Shape;7829;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58"/>
            <p:cNvGrpSpPr/>
            <p:nvPr/>
          </p:nvGrpSpPr>
          <p:grpSpPr>
            <a:xfrm>
              <a:off x="903098" y="1179665"/>
              <a:ext cx="80700" cy="1526144"/>
              <a:chOff x="903098" y="1179665"/>
              <a:chExt cx="80700" cy="1526144"/>
            </a:xfrm>
          </p:grpSpPr>
          <p:sp>
            <p:nvSpPr>
              <p:cNvPr id="7840" name="Google Shape;7840;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58"/>
            <p:cNvGrpSpPr/>
            <p:nvPr/>
          </p:nvGrpSpPr>
          <p:grpSpPr>
            <a:xfrm>
              <a:off x="1076958" y="1179665"/>
              <a:ext cx="80700" cy="1526144"/>
              <a:chOff x="1076958" y="1179665"/>
              <a:chExt cx="80700" cy="1526144"/>
            </a:xfrm>
          </p:grpSpPr>
          <p:sp>
            <p:nvSpPr>
              <p:cNvPr id="7851" name="Google Shape;7851;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58"/>
            <p:cNvGrpSpPr/>
            <p:nvPr/>
          </p:nvGrpSpPr>
          <p:grpSpPr>
            <a:xfrm>
              <a:off x="1247707" y="1179665"/>
              <a:ext cx="80700" cy="1526144"/>
              <a:chOff x="1247707" y="1179665"/>
              <a:chExt cx="80700" cy="1526144"/>
            </a:xfrm>
          </p:grpSpPr>
          <p:sp>
            <p:nvSpPr>
              <p:cNvPr id="7862" name="Google Shape;7862;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58"/>
            <p:cNvGrpSpPr/>
            <p:nvPr/>
          </p:nvGrpSpPr>
          <p:grpSpPr>
            <a:xfrm>
              <a:off x="1421567" y="1179665"/>
              <a:ext cx="80700" cy="1526144"/>
              <a:chOff x="1421567" y="1179665"/>
              <a:chExt cx="80700" cy="1526144"/>
            </a:xfrm>
          </p:grpSpPr>
          <p:sp>
            <p:nvSpPr>
              <p:cNvPr id="7873" name="Google Shape;7873;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58"/>
            <p:cNvGrpSpPr/>
            <p:nvPr/>
          </p:nvGrpSpPr>
          <p:grpSpPr>
            <a:xfrm>
              <a:off x="1592327" y="1179665"/>
              <a:ext cx="80700" cy="1526144"/>
              <a:chOff x="1592327" y="1179665"/>
              <a:chExt cx="80700" cy="1526144"/>
            </a:xfrm>
          </p:grpSpPr>
          <p:sp>
            <p:nvSpPr>
              <p:cNvPr id="7884" name="Google Shape;7884;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58"/>
            <p:cNvGrpSpPr/>
            <p:nvPr/>
          </p:nvGrpSpPr>
          <p:grpSpPr>
            <a:xfrm>
              <a:off x="1766187" y="1179665"/>
              <a:ext cx="80700" cy="1526144"/>
              <a:chOff x="1766187" y="1179665"/>
              <a:chExt cx="80700" cy="1526144"/>
            </a:xfrm>
          </p:grpSpPr>
          <p:sp>
            <p:nvSpPr>
              <p:cNvPr id="7895" name="Google Shape;7895;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58"/>
            <p:cNvGrpSpPr/>
            <p:nvPr/>
          </p:nvGrpSpPr>
          <p:grpSpPr>
            <a:xfrm>
              <a:off x="1936935" y="1179665"/>
              <a:ext cx="80700" cy="1526144"/>
              <a:chOff x="1936935" y="1179665"/>
              <a:chExt cx="80700" cy="1526144"/>
            </a:xfrm>
          </p:grpSpPr>
          <p:sp>
            <p:nvSpPr>
              <p:cNvPr id="7906" name="Google Shape;7906;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58"/>
            <p:cNvGrpSpPr/>
            <p:nvPr/>
          </p:nvGrpSpPr>
          <p:grpSpPr>
            <a:xfrm>
              <a:off x="2110795" y="1179665"/>
              <a:ext cx="80700" cy="1526144"/>
              <a:chOff x="2110795" y="1179665"/>
              <a:chExt cx="80700" cy="1526144"/>
            </a:xfrm>
          </p:grpSpPr>
          <p:sp>
            <p:nvSpPr>
              <p:cNvPr id="7917" name="Google Shape;7917;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58"/>
            <p:cNvGrpSpPr/>
            <p:nvPr/>
          </p:nvGrpSpPr>
          <p:grpSpPr>
            <a:xfrm>
              <a:off x="2284655" y="1179665"/>
              <a:ext cx="80700" cy="1526144"/>
              <a:chOff x="2284655" y="1179665"/>
              <a:chExt cx="80700" cy="1526144"/>
            </a:xfrm>
          </p:grpSpPr>
          <p:sp>
            <p:nvSpPr>
              <p:cNvPr id="7928" name="Google Shape;7928;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8" name="Google Shape;7938;p58"/>
          <p:cNvGrpSpPr/>
          <p:nvPr/>
        </p:nvGrpSpPr>
        <p:grpSpPr>
          <a:xfrm>
            <a:off x="2603245" y="985011"/>
            <a:ext cx="1364248" cy="1102133"/>
            <a:chOff x="2623904" y="1198803"/>
            <a:chExt cx="1364248" cy="1102133"/>
          </a:xfrm>
        </p:grpSpPr>
        <p:grpSp>
          <p:nvGrpSpPr>
            <p:cNvPr id="7939" name="Google Shape;7939;p58"/>
            <p:cNvGrpSpPr/>
            <p:nvPr/>
          </p:nvGrpSpPr>
          <p:grpSpPr>
            <a:xfrm>
              <a:off x="2623907" y="1198803"/>
              <a:ext cx="1364245" cy="273000"/>
              <a:chOff x="2623907" y="1198803"/>
              <a:chExt cx="1364245" cy="273000"/>
            </a:xfrm>
          </p:grpSpPr>
          <p:sp>
            <p:nvSpPr>
              <p:cNvPr id="7940" name="Google Shape;7940;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58"/>
            <p:cNvGrpSpPr/>
            <p:nvPr/>
          </p:nvGrpSpPr>
          <p:grpSpPr>
            <a:xfrm>
              <a:off x="2623904" y="1476964"/>
              <a:ext cx="1364245" cy="273000"/>
              <a:chOff x="2623904" y="1476964"/>
              <a:chExt cx="1364245" cy="273000"/>
            </a:xfrm>
          </p:grpSpPr>
          <p:sp>
            <p:nvSpPr>
              <p:cNvPr id="7946" name="Google Shape;7946;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58"/>
            <p:cNvGrpSpPr/>
            <p:nvPr/>
          </p:nvGrpSpPr>
          <p:grpSpPr>
            <a:xfrm>
              <a:off x="2623907" y="1749775"/>
              <a:ext cx="1364245" cy="273000"/>
              <a:chOff x="2623907" y="1749775"/>
              <a:chExt cx="1364245" cy="273000"/>
            </a:xfrm>
          </p:grpSpPr>
          <p:sp>
            <p:nvSpPr>
              <p:cNvPr id="7952" name="Google Shape;7952;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58"/>
            <p:cNvGrpSpPr/>
            <p:nvPr/>
          </p:nvGrpSpPr>
          <p:grpSpPr>
            <a:xfrm>
              <a:off x="2623904" y="2027936"/>
              <a:ext cx="1364245" cy="273000"/>
              <a:chOff x="2623904" y="2027936"/>
              <a:chExt cx="1364245" cy="273000"/>
            </a:xfrm>
          </p:grpSpPr>
          <p:sp>
            <p:nvSpPr>
              <p:cNvPr id="7958" name="Google Shape;7958;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3" name="Google Shape;7963;p58"/>
          <p:cNvGrpSpPr/>
          <p:nvPr/>
        </p:nvGrpSpPr>
        <p:grpSpPr>
          <a:xfrm>
            <a:off x="2592706" y="2444193"/>
            <a:ext cx="1387541" cy="159124"/>
            <a:chOff x="3200660" y="2180272"/>
            <a:chExt cx="2563824" cy="378237"/>
          </a:xfrm>
        </p:grpSpPr>
        <p:sp>
          <p:nvSpPr>
            <p:cNvPr id="7964" name="Google Shape;7964;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58"/>
          <p:cNvGrpSpPr/>
          <p:nvPr/>
        </p:nvGrpSpPr>
        <p:grpSpPr>
          <a:xfrm>
            <a:off x="2589231" y="2722018"/>
            <a:ext cx="1390502" cy="159625"/>
            <a:chOff x="3530150" y="2790075"/>
            <a:chExt cx="1962600" cy="225300"/>
          </a:xfrm>
        </p:grpSpPr>
        <p:sp>
          <p:nvSpPr>
            <p:cNvPr id="7983" name="Google Shape;7983;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58"/>
          <p:cNvGrpSpPr/>
          <p:nvPr/>
        </p:nvGrpSpPr>
        <p:grpSpPr>
          <a:xfrm>
            <a:off x="2589884" y="3000344"/>
            <a:ext cx="1411629" cy="153761"/>
            <a:chOff x="3558802" y="4011427"/>
            <a:chExt cx="1866000" cy="111300"/>
          </a:xfrm>
        </p:grpSpPr>
        <p:sp>
          <p:nvSpPr>
            <p:cNvPr id="7986" name="Google Shape;7986;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58"/>
          <p:cNvGrpSpPr/>
          <p:nvPr/>
        </p:nvGrpSpPr>
        <p:grpSpPr>
          <a:xfrm>
            <a:off x="2589576" y="2205744"/>
            <a:ext cx="1383503" cy="119749"/>
            <a:chOff x="3465975" y="2270276"/>
            <a:chExt cx="1986364" cy="171929"/>
          </a:xfrm>
        </p:grpSpPr>
        <p:sp>
          <p:nvSpPr>
            <p:cNvPr id="7989" name="Google Shape;7989;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58"/>
          <p:cNvGrpSpPr/>
          <p:nvPr/>
        </p:nvGrpSpPr>
        <p:grpSpPr>
          <a:xfrm>
            <a:off x="2600584" y="3569394"/>
            <a:ext cx="1369531" cy="195460"/>
            <a:chOff x="723300" y="4253549"/>
            <a:chExt cx="2276482" cy="324900"/>
          </a:xfrm>
        </p:grpSpPr>
        <p:sp>
          <p:nvSpPr>
            <p:cNvPr id="7998" name="Google Shape;7998;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58"/>
          <p:cNvGrpSpPr/>
          <p:nvPr/>
        </p:nvGrpSpPr>
        <p:grpSpPr>
          <a:xfrm>
            <a:off x="2590145" y="3270574"/>
            <a:ext cx="1389066" cy="180119"/>
            <a:chOff x="705948" y="3788465"/>
            <a:chExt cx="2308953" cy="299400"/>
          </a:xfrm>
        </p:grpSpPr>
        <p:sp>
          <p:nvSpPr>
            <p:cNvPr id="8004" name="Google Shape;8004;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8"/>
          <p:cNvGrpSpPr/>
          <p:nvPr/>
        </p:nvGrpSpPr>
        <p:grpSpPr>
          <a:xfrm>
            <a:off x="2638082" y="3883554"/>
            <a:ext cx="1304609" cy="294074"/>
            <a:chOff x="2658741" y="4097347"/>
            <a:chExt cx="1304609" cy="294074"/>
          </a:xfrm>
        </p:grpSpPr>
        <p:grpSp>
          <p:nvGrpSpPr>
            <p:cNvPr id="8010" name="Google Shape;8010;p58"/>
            <p:cNvGrpSpPr/>
            <p:nvPr/>
          </p:nvGrpSpPr>
          <p:grpSpPr>
            <a:xfrm>
              <a:off x="2658741" y="4097347"/>
              <a:ext cx="118572" cy="294074"/>
              <a:chOff x="3343310" y="4475555"/>
              <a:chExt cx="127717" cy="316753"/>
            </a:xfrm>
          </p:grpSpPr>
          <p:sp>
            <p:nvSpPr>
              <p:cNvPr id="8011" name="Google Shape;8011;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58"/>
            <p:cNvGrpSpPr/>
            <p:nvPr/>
          </p:nvGrpSpPr>
          <p:grpSpPr>
            <a:xfrm>
              <a:off x="3815519" y="4098388"/>
              <a:ext cx="147831" cy="291991"/>
              <a:chOff x="3527539" y="4476677"/>
              <a:chExt cx="159232" cy="314510"/>
            </a:xfrm>
          </p:grpSpPr>
          <p:sp>
            <p:nvSpPr>
              <p:cNvPr id="8014" name="Google Shape;8014;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58"/>
            <p:cNvGrpSpPr/>
            <p:nvPr/>
          </p:nvGrpSpPr>
          <p:grpSpPr>
            <a:xfrm>
              <a:off x="3511696" y="4098388"/>
              <a:ext cx="147831" cy="291991"/>
              <a:chOff x="3527539" y="4476677"/>
              <a:chExt cx="159232" cy="314510"/>
            </a:xfrm>
          </p:grpSpPr>
          <p:sp>
            <p:nvSpPr>
              <p:cNvPr id="8017" name="Google Shape;8017;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58"/>
            <p:cNvGrpSpPr/>
            <p:nvPr/>
          </p:nvGrpSpPr>
          <p:grpSpPr>
            <a:xfrm>
              <a:off x="3207874" y="4098388"/>
              <a:ext cx="147831" cy="291991"/>
              <a:chOff x="3527539" y="4476677"/>
              <a:chExt cx="159232" cy="314510"/>
            </a:xfrm>
          </p:grpSpPr>
          <p:sp>
            <p:nvSpPr>
              <p:cNvPr id="8020" name="Google Shape;8020;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58"/>
            <p:cNvGrpSpPr/>
            <p:nvPr/>
          </p:nvGrpSpPr>
          <p:grpSpPr>
            <a:xfrm>
              <a:off x="2933305" y="4097347"/>
              <a:ext cx="118572" cy="294074"/>
              <a:chOff x="3343310" y="4475555"/>
              <a:chExt cx="127717" cy="316753"/>
            </a:xfrm>
          </p:grpSpPr>
          <p:sp>
            <p:nvSpPr>
              <p:cNvPr id="8023" name="Google Shape;8023;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5" name="Google Shape;8025;p58"/>
          <p:cNvGrpSpPr/>
          <p:nvPr/>
        </p:nvGrpSpPr>
        <p:grpSpPr>
          <a:xfrm>
            <a:off x="4256912" y="1866676"/>
            <a:ext cx="1433821" cy="191501"/>
            <a:chOff x="4273350" y="2080469"/>
            <a:chExt cx="1433821" cy="191501"/>
          </a:xfrm>
        </p:grpSpPr>
        <p:grpSp>
          <p:nvGrpSpPr>
            <p:cNvPr id="8026" name="Google Shape;8026;p58"/>
            <p:cNvGrpSpPr/>
            <p:nvPr/>
          </p:nvGrpSpPr>
          <p:grpSpPr>
            <a:xfrm>
              <a:off x="4273350" y="2080469"/>
              <a:ext cx="1433821" cy="0"/>
              <a:chOff x="5224975" y="2962250"/>
              <a:chExt cx="1544400" cy="0"/>
            </a:xfrm>
          </p:grpSpPr>
          <p:cxnSp>
            <p:nvCxnSpPr>
              <p:cNvPr id="8027" name="Google Shape;8027;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028" name="Google Shape;8028;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029" name="Google Shape;8029;p58"/>
            <p:cNvGrpSpPr/>
            <p:nvPr/>
          </p:nvGrpSpPr>
          <p:grpSpPr>
            <a:xfrm>
              <a:off x="4273350" y="2271969"/>
              <a:ext cx="1433821" cy="0"/>
              <a:chOff x="5224975" y="2962250"/>
              <a:chExt cx="1544400" cy="0"/>
            </a:xfrm>
          </p:grpSpPr>
          <p:cxnSp>
            <p:nvCxnSpPr>
              <p:cNvPr id="8030" name="Google Shape;8030;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031" name="Google Shape;8031;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032" name="Google Shape;8032;p58"/>
          <p:cNvGrpSpPr/>
          <p:nvPr/>
        </p:nvGrpSpPr>
        <p:grpSpPr>
          <a:xfrm>
            <a:off x="4258467" y="969244"/>
            <a:ext cx="1430711" cy="743389"/>
            <a:chOff x="5159450" y="1919950"/>
            <a:chExt cx="1541050" cy="862500"/>
          </a:xfrm>
        </p:grpSpPr>
        <p:sp>
          <p:nvSpPr>
            <p:cNvPr id="8033" name="Google Shape;8033;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034" name="Google Shape;8034;p58"/>
            <p:cNvGrpSpPr/>
            <p:nvPr/>
          </p:nvGrpSpPr>
          <p:grpSpPr>
            <a:xfrm>
              <a:off x="5159450" y="1919950"/>
              <a:ext cx="1541050" cy="862500"/>
              <a:chOff x="5159450" y="1919950"/>
              <a:chExt cx="1541050" cy="862500"/>
            </a:xfrm>
          </p:grpSpPr>
          <p:cxnSp>
            <p:nvCxnSpPr>
              <p:cNvPr id="8035" name="Google Shape;8035;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036" name="Google Shape;8036;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037" name="Google Shape;8037;p58"/>
          <p:cNvGrpSpPr/>
          <p:nvPr/>
        </p:nvGrpSpPr>
        <p:grpSpPr>
          <a:xfrm>
            <a:off x="4248581" y="2192571"/>
            <a:ext cx="1450484" cy="1052087"/>
            <a:chOff x="5230575" y="1554475"/>
            <a:chExt cx="2137150" cy="1550150"/>
          </a:xfrm>
        </p:grpSpPr>
        <p:sp>
          <p:nvSpPr>
            <p:cNvPr id="8038" name="Google Shape;8038;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58"/>
          <p:cNvGrpSpPr/>
          <p:nvPr/>
        </p:nvGrpSpPr>
        <p:grpSpPr>
          <a:xfrm rot="10800000">
            <a:off x="4265131" y="3284761"/>
            <a:ext cx="1417383" cy="887946"/>
            <a:chOff x="5645403" y="2920021"/>
            <a:chExt cx="2650800" cy="2180614"/>
          </a:xfrm>
        </p:grpSpPr>
        <p:sp>
          <p:nvSpPr>
            <p:cNvPr id="8052" name="Google Shape;8052;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53" name="Google Shape;8053;p58"/>
            <p:cNvCxnSpPr>
              <a:stCxn id="805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054" name="Google Shape;8054;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55" name="Google Shape;8055;p58"/>
            <p:cNvCxnSpPr>
              <a:endCxn id="8054"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056" name="Google Shape;8056;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57" name="Google Shape;8057;p58"/>
            <p:cNvCxnSpPr>
              <a:stCxn id="8056"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058" name="Google Shape;8058;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59" name="Google Shape;8059;p58"/>
            <p:cNvCxnSpPr>
              <a:endCxn id="805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060" name="Google Shape;8060;p58"/>
          <p:cNvGrpSpPr/>
          <p:nvPr/>
        </p:nvGrpSpPr>
        <p:grpSpPr>
          <a:xfrm>
            <a:off x="7365491" y="2188116"/>
            <a:ext cx="1071743" cy="1021579"/>
            <a:chOff x="7189833" y="2022667"/>
            <a:chExt cx="1251159" cy="1192597"/>
          </a:xfrm>
        </p:grpSpPr>
        <p:sp>
          <p:nvSpPr>
            <p:cNvPr id="8061" name="Google Shape;8061;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58"/>
          <p:cNvGrpSpPr/>
          <p:nvPr/>
        </p:nvGrpSpPr>
        <p:grpSpPr>
          <a:xfrm>
            <a:off x="706762" y="2614523"/>
            <a:ext cx="1695374" cy="1560837"/>
            <a:chOff x="727421" y="2828315"/>
            <a:chExt cx="1695374" cy="1560837"/>
          </a:xfrm>
        </p:grpSpPr>
        <p:grpSp>
          <p:nvGrpSpPr>
            <p:cNvPr id="8066" name="Google Shape;8066;p58"/>
            <p:cNvGrpSpPr/>
            <p:nvPr/>
          </p:nvGrpSpPr>
          <p:grpSpPr>
            <a:xfrm>
              <a:off x="819108" y="2882501"/>
              <a:ext cx="103104" cy="1426186"/>
              <a:chOff x="4674013" y="3100904"/>
              <a:chExt cx="122758" cy="1698043"/>
            </a:xfrm>
          </p:grpSpPr>
          <p:sp>
            <p:nvSpPr>
              <p:cNvPr id="8067" name="Google Shape;8067;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58"/>
            <p:cNvGrpSpPr/>
            <p:nvPr/>
          </p:nvGrpSpPr>
          <p:grpSpPr>
            <a:xfrm>
              <a:off x="1062475" y="2882501"/>
              <a:ext cx="103104" cy="1426186"/>
              <a:chOff x="4940438" y="3100904"/>
              <a:chExt cx="122758" cy="1698043"/>
            </a:xfrm>
          </p:grpSpPr>
          <p:sp>
            <p:nvSpPr>
              <p:cNvPr id="8075" name="Google Shape;8075;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58"/>
            <p:cNvGrpSpPr/>
            <p:nvPr/>
          </p:nvGrpSpPr>
          <p:grpSpPr>
            <a:xfrm>
              <a:off x="1299324" y="2882501"/>
              <a:ext cx="103104" cy="1426186"/>
              <a:chOff x="5206863" y="3100904"/>
              <a:chExt cx="122758" cy="1698043"/>
            </a:xfrm>
          </p:grpSpPr>
          <p:sp>
            <p:nvSpPr>
              <p:cNvPr id="8083" name="Google Shape;8083;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58"/>
            <p:cNvGrpSpPr/>
            <p:nvPr/>
          </p:nvGrpSpPr>
          <p:grpSpPr>
            <a:xfrm>
              <a:off x="1786057" y="2882501"/>
              <a:ext cx="103104" cy="1426186"/>
              <a:chOff x="6006138" y="3143629"/>
              <a:chExt cx="122758" cy="1698043"/>
            </a:xfrm>
          </p:grpSpPr>
          <p:sp>
            <p:nvSpPr>
              <p:cNvPr id="8091" name="Google Shape;8091;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58"/>
            <p:cNvGrpSpPr/>
            <p:nvPr/>
          </p:nvGrpSpPr>
          <p:grpSpPr>
            <a:xfrm>
              <a:off x="2029422" y="2882501"/>
              <a:ext cx="103104" cy="1426186"/>
              <a:chOff x="6805413" y="3100904"/>
              <a:chExt cx="122758" cy="1698043"/>
            </a:xfrm>
          </p:grpSpPr>
          <p:sp>
            <p:nvSpPr>
              <p:cNvPr id="8099" name="Google Shape;8099;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58"/>
            <p:cNvGrpSpPr/>
            <p:nvPr/>
          </p:nvGrpSpPr>
          <p:grpSpPr>
            <a:xfrm>
              <a:off x="727421" y="2828315"/>
              <a:ext cx="1695374" cy="1560837"/>
              <a:chOff x="734799" y="2782450"/>
              <a:chExt cx="1571100" cy="1577400"/>
            </a:xfrm>
          </p:grpSpPr>
          <p:cxnSp>
            <p:nvCxnSpPr>
              <p:cNvPr id="8107" name="Google Shape;8107;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108" name="Google Shape;8108;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109" name="Google Shape;8109;p58"/>
            <p:cNvGrpSpPr/>
            <p:nvPr/>
          </p:nvGrpSpPr>
          <p:grpSpPr>
            <a:xfrm>
              <a:off x="2272795" y="2882501"/>
              <a:ext cx="103104" cy="1426186"/>
              <a:chOff x="5206863" y="3100904"/>
              <a:chExt cx="122758" cy="1698043"/>
            </a:xfrm>
          </p:grpSpPr>
          <p:sp>
            <p:nvSpPr>
              <p:cNvPr id="8110" name="Google Shape;8110;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58"/>
            <p:cNvGrpSpPr/>
            <p:nvPr/>
          </p:nvGrpSpPr>
          <p:grpSpPr>
            <a:xfrm>
              <a:off x="1542694" y="2882501"/>
              <a:ext cx="103104" cy="1426186"/>
              <a:chOff x="6006138" y="3143629"/>
              <a:chExt cx="122758" cy="1698043"/>
            </a:xfrm>
          </p:grpSpPr>
          <p:sp>
            <p:nvSpPr>
              <p:cNvPr id="8118" name="Google Shape;8118;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5" name="Google Shape;8125;p58"/>
          <p:cNvGrpSpPr/>
          <p:nvPr/>
        </p:nvGrpSpPr>
        <p:grpSpPr>
          <a:xfrm>
            <a:off x="5915341" y="2192094"/>
            <a:ext cx="1248543" cy="1025319"/>
            <a:chOff x="5183758" y="1210600"/>
            <a:chExt cx="3605380" cy="2960783"/>
          </a:xfrm>
        </p:grpSpPr>
        <p:sp>
          <p:nvSpPr>
            <p:cNvPr id="8126" name="Google Shape;8126;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0" name="Google Shape;8130;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131" name="Google Shape;8131;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132" name="Google Shape;8132;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133" name="Google Shape;8133;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134" name="Google Shape;8134;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58"/>
          <p:cNvGrpSpPr/>
          <p:nvPr/>
        </p:nvGrpSpPr>
        <p:grpSpPr>
          <a:xfrm>
            <a:off x="5772403" y="3330411"/>
            <a:ext cx="2664831" cy="843440"/>
            <a:chOff x="5916567" y="1099697"/>
            <a:chExt cx="2556683" cy="809211"/>
          </a:xfrm>
        </p:grpSpPr>
        <p:sp>
          <p:nvSpPr>
            <p:cNvPr id="8136" name="Google Shape;8136;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58"/>
          <p:cNvGrpSpPr/>
          <p:nvPr/>
        </p:nvGrpSpPr>
        <p:grpSpPr>
          <a:xfrm>
            <a:off x="5879943" y="979270"/>
            <a:ext cx="1299851" cy="1023338"/>
            <a:chOff x="5900602" y="1193063"/>
            <a:chExt cx="1299851" cy="1023338"/>
          </a:xfrm>
        </p:grpSpPr>
        <p:grpSp>
          <p:nvGrpSpPr>
            <p:cNvPr id="8145" name="Google Shape;8145;p58"/>
            <p:cNvGrpSpPr/>
            <p:nvPr/>
          </p:nvGrpSpPr>
          <p:grpSpPr>
            <a:xfrm>
              <a:off x="6743564" y="1193063"/>
              <a:ext cx="456889" cy="700379"/>
              <a:chOff x="6743564" y="1193063"/>
              <a:chExt cx="456889" cy="700379"/>
            </a:xfrm>
          </p:grpSpPr>
          <p:grpSp>
            <p:nvGrpSpPr>
              <p:cNvPr id="8146" name="Google Shape;8146;p58"/>
              <p:cNvGrpSpPr/>
              <p:nvPr/>
            </p:nvGrpSpPr>
            <p:grpSpPr>
              <a:xfrm>
                <a:off x="6743564" y="1690731"/>
                <a:ext cx="214402" cy="202710"/>
                <a:chOff x="6743564" y="1690731"/>
                <a:chExt cx="214402" cy="202710"/>
              </a:xfrm>
            </p:grpSpPr>
            <p:sp>
              <p:nvSpPr>
                <p:cNvPr id="8147" name="Google Shape;8147;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58"/>
              <p:cNvGrpSpPr/>
              <p:nvPr/>
            </p:nvGrpSpPr>
            <p:grpSpPr>
              <a:xfrm>
                <a:off x="6915505" y="1193063"/>
                <a:ext cx="284947" cy="589637"/>
                <a:chOff x="6915505" y="1193063"/>
                <a:chExt cx="284947" cy="589637"/>
              </a:xfrm>
            </p:grpSpPr>
            <p:sp>
              <p:nvSpPr>
                <p:cNvPr id="8150" name="Google Shape;8150;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1" name="Google Shape;8151;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152" name="Google Shape;8152;p58"/>
            <p:cNvGrpSpPr/>
            <p:nvPr/>
          </p:nvGrpSpPr>
          <p:grpSpPr>
            <a:xfrm>
              <a:off x="6520337" y="1193063"/>
              <a:ext cx="341815" cy="801589"/>
              <a:chOff x="6520337" y="1193063"/>
              <a:chExt cx="341815" cy="801589"/>
            </a:xfrm>
          </p:grpSpPr>
          <p:grpSp>
            <p:nvGrpSpPr>
              <p:cNvPr id="8153" name="Google Shape;8153;p58"/>
              <p:cNvGrpSpPr/>
              <p:nvPr/>
            </p:nvGrpSpPr>
            <p:grpSpPr>
              <a:xfrm>
                <a:off x="6520337" y="1589527"/>
                <a:ext cx="213950" cy="405125"/>
                <a:chOff x="6520337" y="1589527"/>
                <a:chExt cx="213950" cy="405125"/>
              </a:xfrm>
            </p:grpSpPr>
            <p:sp>
              <p:nvSpPr>
                <p:cNvPr id="8154" name="Google Shape;8154;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58"/>
              <p:cNvGrpSpPr/>
              <p:nvPr/>
            </p:nvGrpSpPr>
            <p:grpSpPr>
              <a:xfrm>
                <a:off x="6577204" y="1193063"/>
                <a:ext cx="284947" cy="453562"/>
                <a:chOff x="6577204" y="1193063"/>
                <a:chExt cx="284947" cy="453562"/>
              </a:xfrm>
            </p:grpSpPr>
            <p:sp>
              <p:nvSpPr>
                <p:cNvPr id="8157" name="Google Shape;8157;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8" name="Google Shape;8158;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159" name="Google Shape;8159;p58"/>
            <p:cNvGrpSpPr/>
            <p:nvPr/>
          </p:nvGrpSpPr>
          <p:grpSpPr>
            <a:xfrm>
              <a:off x="6238903" y="1193063"/>
              <a:ext cx="300475" cy="901782"/>
              <a:chOff x="6238903" y="1193063"/>
              <a:chExt cx="300475" cy="901782"/>
            </a:xfrm>
          </p:grpSpPr>
          <p:grpSp>
            <p:nvGrpSpPr>
              <p:cNvPr id="8160" name="Google Shape;8160;p58"/>
              <p:cNvGrpSpPr/>
              <p:nvPr/>
            </p:nvGrpSpPr>
            <p:grpSpPr>
              <a:xfrm>
                <a:off x="6290865" y="1489315"/>
                <a:ext cx="248514" cy="605530"/>
                <a:chOff x="6290865" y="1489315"/>
                <a:chExt cx="248514" cy="605530"/>
              </a:xfrm>
            </p:grpSpPr>
            <p:sp>
              <p:nvSpPr>
                <p:cNvPr id="8161" name="Google Shape;8161;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58"/>
              <p:cNvGrpSpPr/>
              <p:nvPr/>
            </p:nvGrpSpPr>
            <p:grpSpPr>
              <a:xfrm>
                <a:off x="6238903" y="1193063"/>
                <a:ext cx="284947" cy="327512"/>
                <a:chOff x="6238903" y="1193063"/>
                <a:chExt cx="284947" cy="327512"/>
              </a:xfrm>
            </p:grpSpPr>
            <p:sp>
              <p:nvSpPr>
                <p:cNvPr id="8164" name="Google Shape;8164;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65" name="Google Shape;8165;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166" name="Google Shape;8166;p58"/>
            <p:cNvGrpSpPr/>
            <p:nvPr/>
          </p:nvGrpSpPr>
          <p:grpSpPr>
            <a:xfrm>
              <a:off x="5900602" y="1193063"/>
              <a:ext cx="444345" cy="1023338"/>
              <a:chOff x="5900602" y="1193063"/>
              <a:chExt cx="444345" cy="1023338"/>
            </a:xfrm>
          </p:grpSpPr>
          <p:grpSp>
            <p:nvGrpSpPr>
              <p:cNvPr id="8167" name="Google Shape;8167;p58"/>
              <p:cNvGrpSpPr/>
              <p:nvPr/>
            </p:nvGrpSpPr>
            <p:grpSpPr>
              <a:xfrm>
                <a:off x="6046501" y="1367785"/>
                <a:ext cx="298446" cy="848616"/>
                <a:chOff x="6046501" y="1367785"/>
                <a:chExt cx="298446" cy="848616"/>
              </a:xfrm>
            </p:grpSpPr>
            <p:sp>
              <p:nvSpPr>
                <p:cNvPr id="8168" name="Google Shape;8168;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58"/>
              <p:cNvGrpSpPr/>
              <p:nvPr/>
            </p:nvGrpSpPr>
            <p:grpSpPr>
              <a:xfrm>
                <a:off x="5900602" y="1193063"/>
                <a:ext cx="284947" cy="182312"/>
                <a:chOff x="5900602" y="1193063"/>
                <a:chExt cx="284947" cy="182312"/>
              </a:xfrm>
            </p:grpSpPr>
            <p:sp>
              <p:nvSpPr>
                <p:cNvPr id="8171" name="Google Shape;8171;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2" name="Google Shape;8172;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173" name="Google Shape;8173;p58"/>
          <p:cNvGrpSpPr/>
          <p:nvPr/>
        </p:nvGrpSpPr>
        <p:grpSpPr>
          <a:xfrm>
            <a:off x="7217825" y="979415"/>
            <a:ext cx="1219413" cy="1051365"/>
            <a:chOff x="7287122" y="1165658"/>
            <a:chExt cx="1219413" cy="1051365"/>
          </a:xfrm>
        </p:grpSpPr>
        <p:grpSp>
          <p:nvGrpSpPr>
            <p:cNvPr id="8174" name="Google Shape;8174;p58"/>
            <p:cNvGrpSpPr/>
            <p:nvPr/>
          </p:nvGrpSpPr>
          <p:grpSpPr>
            <a:xfrm>
              <a:off x="7287122" y="1969723"/>
              <a:ext cx="1219413" cy="247300"/>
              <a:chOff x="7287122" y="1969723"/>
              <a:chExt cx="1219413" cy="247300"/>
            </a:xfrm>
          </p:grpSpPr>
          <p:sp>
            <p:nvSpPr>
              <p:cNvPr id="8175" name="Google Shape;8175;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6" name="Google Shape;8176;p58"/>
              <p:cNvGrpSpPr/>
              <p:nvPr/>
            </p:nvGrpSpPr>
            <p:grpSpPr>
              <a:xfrm>
                <a:off x="7287122" y="2063892"/>
                <a:ext cx="1151753" cy="73428"/>
                <a:chOff x="7287122" y="2063892"/>
                <a:chExt cx="1151753" cy="73428"/>
              </a:xfrm>
            </p:grpSpPr>
            <p:sp>
              <p:nvSpPr>
                <p:cNvPr id="8177" name="Google Shape;8177;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8" name="Google Shape;8178;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179" name="Google Shape;8179;p58"/>
            <p:cNvGrpSpPr/>
            <p:nvPr/>
          </p:nvGrpSpPr>
          <p:grpSpPr>
            <a:xfrm>
              <a:off x="7287122" y="1712201"/>
              <a:ext cx="1219403" cy="246767"/>
              <a:chOff x="7287122" y="1712201"/>
              <a:chExt cx="1219403" cy="246767"/>
            </a:xfrm>
          </p:grpSpPr>
          <p:sp>
            <p:nvSpPr>
              <p:cNvPr id="8180" name="Google Shape;8180;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1" name="Google Shape;8181;p58"/>
              <p:cNvGrpSpPr/>
              <p:nvPr/>
            </p:nvGrpSpPr>
            <p:grpSpPr>
              <a:xfrm>
                <a:off x="7287122" y="1842861"/>
                <a:ext cx="1005303" cy="73419"/>
                <a:chOff x="7287122" y="1842861"/>
                <a:chExt cx="1005303" cy="73419"/>
              </a:xfrm>
            </p:grpSpPr>
            <p:sp>
              <p:nvSpPr>
                <p:cNvPr id="8182" name="Google Shape;8182;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3" name="Google Shape;8183;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184" name="Google Shape;8184;p58"/>
            <p:cNvGrpSpPr/>
            <p:nvPr/>
          </p:nvGrpSpPr>
          <p:grpSpPr>
            <a:xfrm>
              <a:off x="7287122" y="1447520"/>
              <a:ext cx="1219403" cy="286667"/>
              <a:chOff x="7287122" y="1447520"/>
              <a:chExt cx="1219403" cy="286667"/>
            </a:xfrm>
          </p:grpSpPr>
          <p:sp>
            <p:nvSpPr>
              <p:cNvPr id="8185" name="Google Shape;8185;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6" name="Google Shape;8186;p58"/>
              <p:cNvGrpSpPr/>
              <p:nvPr/>
            </p:nvGrpSpPr>
            <p:grpSpPr>
              <a:xfrm>
                <a:off x="7287122" y="1581977"/>
                <a:ext cx="852803" cy="73428"/>
                <a:chOff x="7287122" y="1581977"/>
                <a:chExt cx="852803" cy="73428"/>
              </a:xfrm>
            </p:grpSpPr>
            <p:sp>
              <p:nvSpPr>
                <p:cNvPr id="8187" name="Google Shape;8187;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8" name="Google Shape;8188;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189" name="Google Shape;8189;p58"/>
            <p:cNvGrpSpPr/>
            <p:nvPr/>
          </p:nvGrpSpPr>
          <p:grpSpPr>
            <a:xfrm>
              <a:off x="7287122" y="1165658"/>
              <a:ext cx="1219403" cy="344253"/>
              <a:chOff x="7287122" y="1165658"/>
              <a:chExt cx="1219403" cy="344253"/>
            </a:xfrm>
          </p:grpSpPr>
          <p:sp>
            <p:nvSpPr>
              <p:cNvPr id="8190" name="Google Shape;8190;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1" name="Google Shape;8191;p58"/>
              <p:cNvGrpSpPr/>
              <p:nvPr/>
            </p:nvGrpSpPr>
            <p:grpSpPr>
              <a:xfrm>
                <a:off x="7287122" y="1341025"/>
                <a:ext cx="695703" cy="73419"/>
                <a:chOff x="7287122" y="1341025"/>
                <a:chExt cx="695703" cy="73419"/>
              </a:xfrm>
            </p:grpSpPr>
            <p:sp>
              <p:nvSpPr>
                <p:cNvPr id="8192" name="Google Shape;8192;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3" name="Google Shape;8193;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97" name="Shape 8197"/>
        <p:cNvGrpSpPr/>
        <p:nvPr/>
      </p:nvGrpSpPr>
      <p:grpSpPr>
        <a:xfrm>
          <a:off x="0" y="0"/>
          <a:ext cx="0" cy="0"/>
          <a:chOff x="0" y="0"/>
          <a:chExt cx="0" cy="0"/>
        </a:xfrm>
      </p:grpSpPr>
      <p:sp>
        <p:nvSpPr>
          <p:cNvPr id="8198" name="Google Shape;8198;p59"/>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199" name="Google Shape;8199;p59"/>
          <p:cNvGrpSpPr/>
          <p:nvPr/>
        </p:nvGrpSpPr>
        <p:grpSpPr>
          <a:xfrm>
            <a:off x="830341" y="2307733"/>
            <a:ext cx="340168" cy="298978"/>
            <a:chOff x="892750" y="267400"/>
            <a:chExt cx="483125" cy="424625"/>
          </a:xfrm>
        </p:grpSpPr>
        <p:sp>
          <p:nvSpPr>
            <p:cNvPr id="8200" name="Google Shape;8200;p59"/>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1" name="Google Shape;8201;p59"/>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2" name="Google Shape;8202;p59"/>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03" name="Google Shape;8203;p59"/>
          <p:cNvGrpSpPr/>
          <p:nvPr/>
        </p:nvGrpSpPr>
        <p:grpSpPr>
          <a:xfrm>
            <a:off x="1268776" y="2287121"/>
            <a:ext cx="298996" cy="340204"/>
            <a:chOff x="1516475" y="238075"/>
            <a:chExt cx="424650" cy="483175"/>
          </a:xfrm>
        </p:grpSpPr>
        <p:sp>
          <p:nvSpPr>
            <p:cNvPr id="8204" name="Google Shape;8204;p59"/>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5" name="Google Shape;8205;p59"/>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06" name="Google Shape;8206;p59"/>
          <p:cNvGrpSpPr/>
          <p:nvPr/>
        </p:nvGrpSpPr>
        <p:grpSpPr>
          <a:xfrm>
            <a:off x="1661867" y="2367520"/>
            <a:ext cx="341488" cy="179405"/>
            <a:chOff x="2080675" y="352325"/>
            <a:chExt cx="485000" cy="254800"/>
          </a:xfrm>
        </p:grpSpPr>
        <p:sp>
          <p:nvSpPr>
            <p:cNvPr id="8207" name="Google Shape;8207;p5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8" name="Google Shape;8208;p5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09" name="Google Shape;8209;p59"/>
          <p:cNvGrpSpPr/>
          <p:nvPr/>
        </p:nvGrpSpPr>
        <p:grpSpPr>
          <a:xfrm>
            <a:off x="2111046" y="2287138"/>
            <a:ext cx="298996" cy="340168"/>
            <a:chOff x="2705375" y="238125"/>
            <a:chExt cx="424650" cy="483125"/>
          </a:xfrm>
        </p:grpSpPr>
        <p:sp>
          <p:nvSpPr>
            <p:cNvPr id="8210" name="Google Shape;8210;p59"/>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1" name="Google Shape;8211;p59"/>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2" name="Google Shape;8212;p59"/>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3" name="Google Shape;8213;p59"/>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14" name="Google Shape;8214;p59"/>
          <p:cNvGrpSpPr/>
          <p:nvPr/>
        </p:nvGrpSpPr>
        <p:grpSpPr>
          <a:xfrm>
            <a:off x="2527187" y="2287455"/>
            <a:ext cx="301161" cy="339535"/>
            <a:chOff x="3299850" y="238575"/>
            <a:chExt cx="427725" cy="482225"/>
          </a:xfrm>
        </p:grpSpPr>
        <p:sp>
          <p:nvSpPr>
            <p:cNvPr id="8215" name="Google Shape;8215;p5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6" name="Google Shape;8216;p5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7" name="Google Shape;8217;p5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8" name="Google Shape;8218;p5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9" name="Google Shape;8219;p5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20" name="Google Shape;8220;p59"/>
          <p:cNvGrpSpPr/>
          <p:nvPr/>
        </p:nvGrpSpPr>
        <p:grpSpPr>
          <a:xfrm>
            <a:off x="2914108" y="2287138"/>
            <a:ext cx="352455" cy="340168"/>
            <a:chOff x="3857225" y="238125"/>
            <a:chExt cx="500575" cy="483125"/>
          </a:xfrm>
        </p:grpSpPr>
        <p:sp>
          <p:nvSpPr>
            <p:cNvPr id="8221" name="Google Shape;8221;p59"/>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2" name="Google Shape;8222;p59"/>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3" name="Google Shape;8223;p59"/>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4" name="Google Shape;8224;p59"/>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5" name="Google Shape;8225;p59"/>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6" name="Google Shape;8226;p59"/>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7" name="Google Shape;8227;p59"/>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28" name="Google Shape;8228;p59"/>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29" name="Google Shape;8229;p59"/>
          <p:cNvGrpSpPr/>
          <p:nvPr/>
        </p:nvGrpSpPr>
        <p:grpSpPr>
          <a:xfrm>
            <a:off x="3760885" y="2287165"/>
            <a:ext cx="340186" cy="340116"/>
            <a:chOff x="5053900" y="238200"/>
            <a:chExt cx="483150" cy="483050"/>
          </a:xfrm>
        </p:grpSpPr>
        <p:sp>
          <p:nvSpPr>
            <p:cNvPr id="8230" name="Google Shape;8230;p59"/>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1" name="Google Shape;8231;p59"/>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2" name="Google Shape;8232;p59"/>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3" name="Google Shape;8233;p59"/>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34" name="Google Shape;8234;p59"/>
          <p:cNvGrpSpPr/>
          <p:nvPr/>
        </p:nvGrpSpPr>
        <p:grpSpPr>
          <a:xfrm>
            <a:off x="4174835" y="2287138"/>
            <a:ext cx="340168" cy="340168"/>
            <a:chOff x="5648375" y="238125"/>
            <a:chExt cx="483125" cy="483125"/>
          </a:xfrm>
        </p:grpSpPr>
        <p:sp>
          <p:nvSpPr>
            <p:cNvPr id="8235" name="Google Shape;8235;p5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6" name="Google Shape;8236;p5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7" name="Google Shape;8237;p5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8" name="Google Shape;8238;p5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9" name="Google Shape;8239;p5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0" name="Google Shape;8240;p5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1" name="Google Shape;8241;p5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2" name="Google Shape;8242;p5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3" name="Google Shape;8243;p5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4" name="Google Shape;8244;p5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45" name="Google Shape;8245;p59"/>
          <p:cNvGrpSpPr/>
          <p:nvPr/>
        </p:nvGrpSpPr>
        <p:grpSpPr>
          <a:xfrm>
            <a:off x="4591521" y="2287138"/>
            <a:ext cx="340168" cy="340168"/>
            <a:chOff x="6242825" y="238125"/>
            <a:chExt cx="483125" cy="483125"/>
          </a:xfrm>
        </p:grpSpPr>
        <p:sp>
          <p:nvSpPr>
            <p:cNvPr id="8246" name="Google Shape;8246;p59"/>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7" name="Google Shape;8247;p59"/>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8" name="Google Shape;8248;p59"/>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49" name="Google Shape;8249;p59"/>
          <p:cNvGrpSpPr/>
          <p:nvPr/>
        </p:nvGrpSpPr>
        <p:grpSpPr>
          <a:xfrm>
            <a:off x="828643" y="2727362"/>
            <a:ext cx="343566" cy="298943"/>
            <a:chOff x="889275" y="861850"/>
            <a:chExt cx="487950" cy="424575"/>
          </a:xfrm>
        </p:grpSpPr>
        <p:sp>
          <p:nvSpPr>
            <p:cNvPr id="8250" name="Google Shape;8250;p5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1" name="Google Shape;8251;p5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2" name="Google Shape;8252;p5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3" name="Google Shape;8253;p5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54" name="Google Shape;8254;p59"/>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5" name="Google Shape;8255;p59"/>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56" name="Google Shape;8256;p59"/>
          <p:cNvGrpSpPr/>
          <p:nvPr/>
        </p:nvGrpSpPr>
        <p:grpSpPr>
          <a:xfrm>
            <a:off x="2090460" y="2706749"/>
            <a:ext cx="340168" cy="340168"/>
            <a:chOff x="2676100" y="832575"/>
            <a:chExt cx="483125" cy="483125"/>
          </a:xfrm>
        </p:grpSpPr>
        <p:sp>
          <p:nvSpPr>
            <p:cNvPr id="8257" name="Google Shape;8257;p59"/>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8" name="Google Shape;8258;p59"/>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9" name="Google Shape;8259;p59"/>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0" name="Google Shape;8260;p59"/>
          <p:cNvGrpSpPr/>
          <p:nvPr/>
        </p:nvGrpSpPr>
        <p:grpSpPr>
          <a:xfrm>
            <a:off x="2501963" y="2706749"/>
            <a:ext cx="351610" cy="340168"/>
            <a:chOff x="3270550" y="832575"/>
            <a:chExt cx="499375" cy="483125"/>
          </a:xfrm>
        </p:grpSpPr>
        <p:sp>
          <p:nvSpPr>
            <p:cNvPr id="8261" name="Google Shape;8261;p59"/>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2" name="Google Shape;8262;p59"/>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3" name="Google Shape;8263;p59"/>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4" name="Google Shape;8264;p59"/>
          <p:cNvGrpSpPr/>
          <p:nvPr/>
        </p:nvGrpSpPr>
        <p:grpSpPr>
          <a:xfrm>
            <a:off x="3335925" y="2727300"/>
            <a:ext cx="344798" cy="299066"/>
            <a:chOff x="4452900" y="861750"/>
            <a:chExt cx="489700" cy="424750"/>
          </a:xfrm>
        </p:grpSpPr>
        <p:sp>
          <p:nvSpPr>
            <p:cNvPr id="8265" name="Google Shape;8265;p59"/>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6" name="Google Shape;8266;p59"/>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7" name="Google Shape;8267;p59"/>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8" name="Google Shape;8268;p59"/>
          <p:cNvGrpSpPr/>
          <p:nvPr/>
        </p:nvGrpSpPr>
        <p:grpSpPr>
          <a:xfrm>
            <a:off x="3753158" y="2706758"/>
            <a:ext cx="355641" cy="340151"/>
            <a:chOff x="5049750" y="832600"/>
            <a:chExt cx="505100" cy="483100"/>
          </a:xfrm>
        </p:grpSpPr>
        <p:sp>
          <p:nvSpPr>
            <p:cNvPr id="8269" name="Google Shape;8269;p59"/>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0" name="Google Shape;8270;p59"/>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71" name="Google Shape;8271;p59"/>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72" name="Google Shape;8272;p59"/>
          <p:cNvGrpSpPr/>
          <p:nvPr/>
        </p:nvGrpSpPr>
        <p:grpSpPr>
          <a:xfrm>
            <a:off x="4612107" y="2706749"/>
            <a:ext cx="298996" cy="340168"/>
            <a:chOff x="6272100" y="832575"/>
            <a:chExt cx="424650" cy="483125"/>
          </a:xfrm>
        </p:grpSpPr>
        <p:sp>
          <p:nvSpPr>
            <p:cNvPr id="8273" name="Google Shape;8273;p59"/>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4" name="Google Shape;8274;p59"/>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75" name="Google Shape;8275;p59"/>
          <p:cNvGrpSpPr/>
          <p:nvPr/>
        </p:nvGrpSpPr>
        <p:grpSpPr>
          <a:xfrm>
            <a:off x="2920243" y="2717381"/>
            <a:ext cx="340186" cy="318904"/>
            <a:chOff x="3865000" y="847675"/>
            <a:chExt cx="483150" cy="452925"/>
          </a:xfrm>
        </p:grpSpPr>
        <p:sp>
          <p:nvSpPr>
            <p:cNvPr id="8276" name="Google Shape;8276;p59"/>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7" name="Google Shape;8277;p59"/>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8" name="Google Shape;8278;p59"/>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9" name="Google Shape;8279;p59"/>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80" name="Google Shape;8280;p59"/>
          <p:cNvGrpSpPr/>
          <p:nvPr/>
        </p:nvGrpSpPr>
        <p:grpSpPr>
          <a:xfrm>
            <a:off x="830315" y="3125798"/>
            <a:ext cx="340221" cy="340186"/>
            <a:chOff x="893650" y="1428000"/>
            <a:chExt cx="483200" cy="483150"/>
          </a:xfrm>
        </p:grpSpPr>
        <p:sp>
          <p:nvSpPr>
            <p:cNvPr id="8281" name="Google Shape;8281;p59"/>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2" name="Google Shape;8282;p59"/>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3" name="Google Shape;8283;p59"/>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4" name="Google Shape;8284;p59"/>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85" name="Google Shape;8285;p59"/>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6" name="Google Shape;8286;p59"/>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87" name="Google Shape;8287;p59"/>
          <p:cNvGrpSpPr/>
          <p:nvPr/>
        </p:nvGrpSpPr>
        <p:grpSpPr>
          <a:xfrm>
            <a:off x="2084132" y="3146463"/>
            <a:ext cx="352825" cy="298855"/>
            <a:chOff x="2676100" y="1456375"/>
            <a:chExt cx="501100" cy="424450"/>
          </a:xfrm>
        </p:grpSpPr>
        <p:sp>
          <p:nvSpPr>
            <p:cNvPr id="8288" name="Google Shape;8288;p59"/>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9" name="Google Shape;8289;p59"/>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0" name="Google Shape;8290;p59"/>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91" name="Google Shape;8291;p59"/>
          <p:cNvGrpSpPr/>
          <p:nvPr/>
        </p:nvGrpSpPr>
        <p:grpSpPr>
          <a:xfrm>
            <a:off x="2507657" y="3125806"/>
            <a:ext cx="340221" cy="340168"/>
            <a:chOff x="3270475" y="1427025"/>
            <a:chExt cx="483200" cy="483125"/>
          </a:xfrm>
        </p:grpSpPr>
        <p:sp>
          <p:nvSpPr>
            <p:cNvPr id="8292" name="Google Shape;8292;p59"/>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3" name="Google Shape;8293;p59"/>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4" name="Google Shape;8294;p59"/>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95" name="Google Shape;8295;p59"/>
          <p:cNvGrpSpPr/>
          <p:nvPr/>
        </p:nvGrpSpPr>
        <p:grpSpPr>
          <a:xfrm>
            <a:off x="2918570" y="3125780"/>
            <a:ext cx="343530" cy="340221"/>
            <a:chOff x="3860250" y="1427025"/>
            <a:chExt cx="487900" cy="483200"/>
          </a:xfrm>
        </p:grpSpPr>
        <p:sp>
          <p:nvSpPr>
            <p:cNvPr id="8296" name="Google Shape;8296;p59"/>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7" name="Google Shape;8297;p59"/>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8" name="Google Shape;8298;p59"/>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99" name="Google Shape;8299;p59"/>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0" name="Google Shape;8300;p59"/>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01" name="Google Shape;8301;p59"/>
          <p:cNvGrpSpPr/>
          <p:nvPr/>
        </p:nvGrpSpPr>
        <p:grpSpPr>
          <a:xfrm>
            <a:off x="4174808" y="3125806"/>
            <a:ext cx="340221" cy="340168"/>
            <a:chOff x="5648375" y="1427025"/>
            <a:chExt cx="483200" cy="483125"/>
          </a:xfrm>
        </p:grpSpPr>
        <p:sp>
          <p:nvSpPr>
            <p:cNvPr id="8302" name="Google Shape;8302;p59"/>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3" name="Google Shape;8303;p59"/>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04" name="Google Shape;8304;p59"/>
          <p:cNvGrpSpPr/>
          <p:nvPr/>
        </p:nvGrpSpPr>
        <p:grpSpPr>
          <a:xfrm>
            <a:off x="4589294" y="3125789"/>
            <a:ext cx="344622" cy="340204"/>
            <a:chOff x="6238300" y="1426975"/>
            <a:chExt cx="489450" cy="483175"/>
          </a:xfrm>
        </p:grpSpPr>
        <p:sp>
          <p:nvSpPr>
            <p:cNvPr id="8305" name="Google Shape;8305;p59"/>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6" name="Google Shape;8306;p59"/>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7" name="Google Shape;8307;p59"/>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08" name="Google Shape;8308;p59"/>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09" name="Google Shape;8309;p59"/>
          <p:cNvGrpSpPr/>
          <p:nvPr/>
        </p:nvGrpSpPr>
        <p:grpSpPr>
          <a:xfrm>
            <a:off x="1248190" y="3544794"/>
            <a:ext cx="340168" cy="340186"/>
            <a:chOff x="1487200" y="2021475"/>
            <a:chExt cx="483125" cy="483150"/>
          </a:xfrm>
        </p:grpSpPr>
        <p:sp>
          <p:nvSpPr>
            <p:cNvPr id="8310" name="Google Shape;8310;p59"/>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1" name="Google Shape;8311;p59"/>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2" name="Google Shape;8312;p59"/>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3" name="Google Shape;8313;p59"/>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14" name="Google Shape;8314;p59"/>
          <p:cNvGrpSpPr/>
          <p:nvPr/>
        </p:nvGrpSpPr>
        <p:grpSpPr>
          <a:xfrm>
            <a:off x="1662527" y="3565398"/>
            <a:ext cx="340168" cy="298978"/>
            <a:chOff x="2081650" y="2050750"/>
            <a:chExt cx="483125" cy="424625"/>
          </a:xfrm>
        </p:grpSpPr>
        <p:sp>
          <p:nvSpPr>
            <p:cNvPr id="8315" name="Google Shape;8315;p59"/>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6" name="Google Shape;8316;p59"/>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7" name="Google Shape;8317;p59"/>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8" name="Google Shape;8318;p59"/>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9" name="Google Shape;8319;p59"/>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0" name="Google Shape;8320;p59"/>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21" name="Google Shape;8321;p59"/>
          <p:cNvGrpSpPr/>
          <p:nvPr/>
        </p:nvGrpSpPr>
        <p:grpSpPr>
          <a:xfrm>
            <a:off x="2090460" y="3588721"/>
            <a:ext cx="340168" cy="252332"/>
            <a:chOff x="2676100" y="2083800"/>
            <a:chExt cx="483125" cy="358375"/>
          </a:xfrm>
        </p:grpSpPr>
        <p:sp>
          <p:nvSpPr>
            <p:cNvPr id="8322" name="Google Shape;8322;p59"/>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3" name="Google Shape;8323;p59"/>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24" name="Google Shape;8324;p59"/>
          <p:cNvGrpSpPr/>
          <p:nvPr/>
        </p:nvGrpSpPr>
        <p:grpSpPr>
          <a:xfrm>
            <a:off x="2515974" y="3554766"/>
            <a:ext cx="323587" cy="320242"/>
            <a:chOff x="3282325" y="2035675"/>
            <a:chExt cx="459575" cy="454825"/>
          </a:xfrm>
        </p:grpSpPr>
        <p:sp>
          <p:nvSpPr>
            <p:cNvPr id="8325" name="Google Shape;8325;p5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6" name="Google Shape;8326;p5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7" name="Google Shape;8327;p5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8" name="Google Shape;8328;p5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29" name="Google Shape;8329;p59"/>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0" name="Google Shape;8330;p59"/>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31" name="Google Shape;8331;p59"/>
          <p:cNvGrpSpPr/>
          <p:nvPr/>
        </p:nvGrpSpPr>
        <p:grpSpPr>
          <a:xfrm>
            <a:off x="3760673" y="3544803"/>
            <a:ext cx="340608" cy="340168"/>
            <a:chOff x="5053900" y="2021500"/>
            <a:chExt cx="483750" cy="483125"/>
          </a:xfrm>
        </p:grpSpPr>
        <p:sp>
          <p:nvSpPr>
            <p:cNvPr id="8332" name="Google Shape;8332;p5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3" name="Google Shape;8333;p5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4" name="Google Shape;8334;p5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5" name="Google Shape;8335;p5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6" name="Google Shape;8336;p5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7" name="Google Shape;8337;p5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8" name="Google Shape;8338;p5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9" name="Google Shape;8339;p5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40" name="Google Shape;8340;p59"/>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41" name="Google Shape;8341;p59"/>
          <p:cNvGrpSpPr/>
          <p:nvPr/>
        </p:nvGrpSpPr>
        <p:grpSpPr>
          <a:xfrm>
            <a:off x="4585773" y="3547971"/>
            <a:ext cx="351663" cy="333831"/>
            <a:chOff x="6222125" y="2025975"/>
            <a:chExt cx="499450" cy="474125"/>
          </a:xfrm>
        </p:grpSpPr>
        <p:sp>
          <p:nvSpPr>
            <p:cNvPr id="8342" name="Google Shape;8342;p5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3" name="Google Shape;8343;p5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4" name="Google Shape;8344;p5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5" name="Google Shape;8345;p59"/>
          <p:cNvGrpSpPr/>
          <p:nvPr/>
        </p:nvGrpSpPr>
        <p:grpSpPr>
          <a:xfrm>
            <a:off x="5043335" y="2364541"/>
            <a:ext cx="335504" cy="185953"/>
            <a:chOff x="896050" y="2725450"/>
            <a:chExt cx="476500" cy="264100"/>
          </a:xfrm>
        </p:grpSpPr>
        <p:sp>
          <p:nvSpPr>
            <p:cNvPr id="8346" name="Google Shape;8346;p59"/>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7" name="Google Shape;8347;p59"/>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8" name="Google Shape;8348;p59"/>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9" name="Google Shape;8349;p59"/>
          <p:cNvGrpSpPr/>
          <p:nvPr/>
        </p:nvGrpSpPr>
        <p:grpSpPr>
          <a:xfrm>
            <a:off x="5474075" y="2287425"/>
            <a:ext cx="340168" cy="340186"/>
            <a:chOff x="1487200" y="2615925"/>
            <a:chExt cx="483125" cy="483150"/>
          </a:xfrm>
        </p:grpSpPr>
        <p:sp>
          <p:nvSpPr>
            <p:cNvPr id="8350" name="Google Shape;8350;p59"/>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1" name="Google Shape;8351;p59"/>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2" name="Google Shape;8352;p59"/>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53" name="Google Shape;8353;p59"/>
          <p:cNvGrpSpPr/>
          <p:nvPr/>
        </p:nvGrpSpPr>
        <p:grpSpPr>
          <a:xfrm>
            <a:off x="5874024" y="2287425"/>
            <a:ext cx="353564" cy="340186"/>
            <a:chOff x="2077575" y="2615925"/>
            <a:chExt cx="502150" cy="483150"/>
          </a:xfrm>
        </p:grpSpPr>
        <p:sp>
          <p:nvSpPr>
            <p:cNvPr id="8354" name="Google Shape;8354;p59"/>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5" name="Google Shape;8355;p59"/>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6" name="Google Shape;8356;p59"/>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7" name="Google Shape;8357;p59"/>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58" name="Google Shape;8358;p59"/>
          <p:cNvGrpSpPr/>
          <p:nvPr/>
        </p:nvGrpSpPr>
        <p:grpSpPr>
          <a:xfrm>
            <a:off x="6297813" y="2303452"/>
            <a:ext cx="334536" cy="308132"/>
            <a:chOff x="2680100" y="2638725"/>
            <a:chExt cx="475125" cy="437625"/>
          </a:xfrm>
        </p:grpSpPr>
        <p:sp>
          <p:nvSpPr>
            <p:cNvPr id="8359" name="Google Shape;8359;p59"/>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0" name="Google Shape;8360;p59"/>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1" name="Google Shape;8361;p59"/>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2" name="Google Shape;8362;p59"/>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3" name="Google Shape;8363;p59"/>
          <p:cNvGrpSpPr/>
          <p:nvPr/>
        </p:nvGrpSpPr>
        <p:grpSpPr>
          <a:xfrm>
            <a:off x="6763452" y="2287425"/>
            <a:ext cx="239183" cy="340186"/>
            <a:chOff x="3342275" y="2615925"/>
            <a:chExt cx="339700" cy="483150"/>
          </a:xfrm>
        </p:grpSpPr>
        <p:sp>
          <p:nvSpPr>
            <p:cNvPr id="8364" name="Google Shape;8364;p59"/>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5" name="Google Shape;8365;p59"/>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66" name="Google Shape;8366;p59"/>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7" name="Google Shape;8367;p59"/>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8" name="Google Shape;8368;p59"/>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69" name="Google Shape;8369;p59"/>
          <p:cNvGrpSpPr/>
          <p:nvPr/>
        </p:nvGrpSpPr>
        <p:grpSpPr>
          <a:xfrm>
            <a:off x="5380655" y="3961361"/>
            <a:ext cx="339482" cy="339271"/>
            <a:chOff x="5648900" y="2616600"/>
            <a:chExt cx="482150" cy="481850"/>
          </a:xfrm>
        </p:grpSpPr>
        <p:sp>
          <p:nvSpPr>
            <p:cNvPr id="8370" name="Google Shape;8370;p59"/>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1" name="Google Shape;8371;p59"/>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72" name="Google Shape;8372;p59"/>
          <p:cNvGrpSpPr/>
          <p:nvPr/>
        </p:nvGrpSpPr>
        <p:grpSpPr>
          <a:xfrm>
            <a:off x="3699939" y="3968149"/>
            <a:ext cx="325626" cy="325694"/>
            <a:chOff x="6242825" y="2615925"/>
            <a:chExt cx="483125" cy="483225"/>
          </a:xfrm>
        </p:grpSpPr>
        <p:sp>
          <p:nvSpPr>
            <p:cNvPr id="8373" name="Google Shape;8373;p59"/>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4" name="Google Shape;8374;p59"/>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5" name="Google Shape;8375;p59"/>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6" name="Google Shape;8376;p59"/>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7" name="Google Shape;8377;p59"/>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78" name="Google Shape;8378;p59"/>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79" name="Google Shape;8379;p59"/>
          <p:cNvGrpSpPr/>
          <p:nvPr/>
        </p:nvGrpSpPr>
        <p:grpSpPr>
          <a:xfrm>
            <a:off x="5473116" y="2707036"/>
            <a:ext cx="342087" cy="340186"/>
            <a:chOff x="1487200" y="3210375"/>
            <a:chExt cx="485850" cy="483150"/>
          </a:xfrm>
        </p:grpSpPr>
        <p:sp>
          <p:nvSpPr>
            <p:cNvPr id="8380" name="Google Shape;8380;p59"/>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1" name="Google Shape;8381;p59"/>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2" name="Google Shape;8382;p59"/>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83" name="Google Shape;8383;p59"/>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4" name="Google Shape;8384;p59"/>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85" name="Google Shape;8385;p59"/>
          <p:cNvGrpSpPr/>
          <p:nvPr/>
        </p:nvGrpSpPr>
        <p:grpSpPr>
          <a:xfrm>
            <a:off x="6712475" y="2707027"/>
            <a:ext cx="341136" cy="340204"/>
            <a:chOff x="3269875" y="3210400"/>
            <a:chExt cx="484500" cy="483175"/>
          </a:xfrm>
        </p:grpSpPr>
        <p:sp>
          <p:nvSpPr>
            <p:cNvPr id="8386" name="Google Shape;8386;p59"/>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7" name="Google Shape;8387;p59"/>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8" name="Google Shape;8388;p59"/>
          <p:cNvGrpSpPr/>
          <p:nvPr/>
        </p:nvGrpSpPr>
        <p:grpSpPr>
          <a:xfrm>
            <a:off x="7211568" y="2706666"/>
            <a:ext cx="170216" cy="340925"/>
            <a:chOff x="3985700" y="3210375"/>
            <a:chExt cx="241750" cy="484200"/>
          </a:xfrm>
        </p:grpSpPr>
        <p:sp>
          <p:nvSpPr>
            <p:cNvPr id="8389" name="Google Shape;8389;p59"/>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0" name="Google Shape;8390;p59"/>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1" name="Google Shape;8391;p59"/>
          <p:cNvGrpSpPr/>
          <p:nvPr/>
        </p:nvGrpSpPr>
        <p:grpSpPr>
          <a:xfrm>
            <a:off x="7550838" y="2707678"/>
            <a:ext cx="339007" cy="338901"/>
            <a:chOff x="4460225" y="3211300"/>
            <a:chExt cx="481475" cy="481325"/>
          </a:xfrm>
        </p:grpSpPr>
        <p:sp>
          <p:nvSpPr>
            <p:cNvPr id="8392" name="Google Shape;8392;p59"/>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3" name="Google Shape;8393;p59"/>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94" name="Google Shape;8394;p59"/>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95" name="Google Shape;8395;p59"/>
          <p:cNvGrpSpPr/>
          <p:nvPr/>
        </p:nvGrpSpPr>
        <p:grpSpPr>
          <a:xfrm>
            <a:off x="5824496" y="3990669"/>
            <a:ext cx="342034" cy="280654"/>
            <a:chOff x="5647000" y="3252650"/>
            <a:chExt cx="485775" cy="398600"/>
          </a:xfrm>
        </p:grpSpPr>
        <p:sp>
          <p:nvSpPr>
            <p:cNvPr id="8396" name="Google Shape;8396;p59"/>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7" name="Google Shape;8397;p59"/>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8" name="Google Shape;8398;p59"/>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9" name="Google Shape;8399;p59"/>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0" name="Google Shape;8400;p59"/>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01" name="Google Shape;8401;p59"/>
          <p:cNvGrpSpPr/>
          <p:nvPr/>
        </p:nvGrpSpPr>
        <p:grpSpPr>
          <a:xfrm>
            <a:off x="4129937" y="3996769"/>
            <a:ext cx="326536" cy="268454"/>
            <a:chOff x="6242450" y="3252800"/>
            <a:chExt cx="484475" cy="398300"/>
          </a:xfrm>
        </p:grpSpPr>
        <p:sp>
          <p:nvSpPr>
            <p:cNvPr id="8402" name="Google Shape;8402;p59"/>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3" name="Google Shape;8403;p59"/>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4" name="Google Shape;8404;p59"/>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05" name="Google Shape;8405;p59"/>
          <p:cNvGrpSpPr/>
          <p:nvPr/>
        </p:nvGrpSpPr>
        <p:grpSpPr>
          <a:xfrm>
            <a:off x="5061598" y="3126102"/>
            <a:ext cx="298978" cy="340168"/>
            <a:chOff x="922025" y="3804850"/>
            <a:chExt cx="424625" cy="483125"/>
          </a:xfrm>
        </p:grpSpPr>
        <p:sp>
          <p:nvSpPr>
            <p:cNvPr id="8406" name="Google Shape;8406;p59"/>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7" name="Google Shape;8407;p59"/>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08" name="Google Shape;8408;p59"/>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09" name="Google Shape;8409;p59"/>
          <p:cNvGrpSpPr/>
          <p:nvPr/>
        </p:nvGrpSpPr>
        <p:grpSpPr>
          <a:xfrm>
            <a:off x="5894327" y="3126102"/>
            <a:ext cx="312955" cy="340168"/>
            <a:chOff x="2100300" y="3804850"/>
            <a:chExt cx="444475" cy="483125"/>
          </a:xfrm>
        </p:grpSpPr>
        <p:sp>
          <p:nvSpPr>
            <p:cNvPr id="8410" name="Google Shape;8410;p59"/>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1" name="Google Shape;8411;p59"/>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12" name="Google Shape;8412;p59"/>
          <p:cNvGrpSpPr/>
          <p:nvPr/>
        </p:nvGrpSpPr>
        <p:grpSpPr>
          <a:xfrm>
            <a:off x="6317950" y="3126102"/>
            <a:ext cx="294261" cy="340168"/>
            <a:chOff x="2708700" y="3804850"/>
            <a:chExt cx="417925" cy="483125"/>
          </a:xfrm>
        </p:grpSpPr>
        <p:sp>
          <p:nvSpPr>
            <p:cNvPr id="8413" name="Google Shape;8413;p59"/>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4" name="Google Shape;8414;p59"/>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5" name="Google Shape;8415;p59"/>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6" name="Google Shape;8416;p59"/>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17" name="Google Shape;8417;p59"/>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8" name="Google Shape;8418;p59"/>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19" name="Google Shape;8419;p59"/>
          <p:cNvGrpSpPr/>
          <p:nvPr/>
        </p:nvGrpSpPr>
        <p:grpSpPr>
          <a:xfrm>
            <a:off x="7554825" y="3127378"/>
            <a:ext cx="331033" cy="337616"/>
            <a:chOff x="4467450" y="3808475"/>
            <a:chExt cx="470150" cy="479500"/>
          </a:xfrm>
        </p:grpSpPr>
        <p:sp>
          <p:nvSpPr>
            <p:cNvPr id="8420" name="Google Shape;8420;p59"/>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1" name="Google Shape;8421;p59"/>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2" name="Google Shape;8422;p59"/>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3" name="Google Shape;8423;p59"/>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4" name="Google Shape;8424;p59"/>
          <p:cNvGrpSpPr/>
          <p:nvPr/>
        </p:nvGrpSpPr>
        <p:grpSpPr>
          <a:xfrm>
            <a:off x="7975172" y="3126102"/>
            <a:ext cx="340186" cy="340168"/>
            <a:chOff x="5053900" y="3804850"/>
            <a:chExt cx="483150" cy="483125"/>
          </a:xfrm>
        </p:grpSpPr>
        <p:sp>
          <p:nvSpPr>
            <p:cNvPr id="8425" name="Google Shape;8425;p59"/>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6" name="Google Shape;8426;p59"/>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7" name="Google Shape;8427;p59"/>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8" name="Google Shape;8428;p59"/>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9" name="Google Shape;8429;p59"/>
          <p:cNvGrpSpPr/>
          <p:nvPr/>
        </p:nvGrpSpPr>
        <p:grpSpPr>
          <a:xfrm>
            <a:off x="6270890" y="3960912"/>
            <a:ext cx="340168" cy="340168"/>
            <a:chOff x="5648375" y="3804850"/>
            <a:chExt cx="483125" cy="483125"/>
          </a:xfrm>
        </p:grpSpPr>
        <p:sp>
          <p:nvSpPr>
            <p:cNvPr id="8430" name="Google Shape;8430;p59"/>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1" name="Google Shape;8431;p59"/>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2" name="Google Shape;8432;p59"/>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3" name="Google Shape;8433;p59"/>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34" name="Google Shape;8434;p59"/>
          <p:cNvGrpSpPr/>
          <p:nvPr/>
        </p:nvGrpSpPr>
        <p:grpSpPr>
          <a:xfrm>
            <a:off x="4560845" y="3973272"/>
            <a:ext cx="280923" cy="315449"/>
            <a:chOff x="6276025" y="3812400"/>
            <a:chExt cx="416800" cy="468025"/>
          </a:xfrm>
        </p:grpSpPr>
        <p:sp>
          <p:nvSpPr>
            <p:cNvPr id="8435" name="Google Shape;8435;p59"/>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6" name="Google Shape;8436;p59"/>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7" name="Google Shape;8437;p59"/>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8" name="Google Shape;8438;p59"/>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39" name="Google Shape;8439;p59"/>
          <p:cNvGrpSpPr/>
          <p:nvPr/>
        </p:nvGrpSpPr>
        <p:grpSpPr>
          <a:xfrm>
            <a:off x="5039779" y="3545089"/>
            <a:ext cx="342615" cy="340186"/>
            <a:chOff x="890400" y="4399350"/>
            <a:chExt cx="486600" cy="483150"/>
          </a:xfrm>
        </p:grpSpPr>
        <p:sp>
          <p:nvSpPr>
            <p:cNvPr id="8440" name="Google Shape;8440;p59"/>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1" name="Google Shape;8441;p59"/>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2" name="Google Shape;8442;p59"/>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43" name="Google Shape;8443;p59"/>
          <p:cNvGrpSpPr/>
          <p:nvPr/>
        </p:nvGrpSpPr>
        <p:grpSpPr>
          <a:xfrm>
            <a:off x="5474075" y="3560368"/>
            <a:ext cx="340168" cy="309628"/>
            <a:chOff x="1487200" y="4421025"/>
            <a:chExt cx="483125" cy="439750"/>
          </a:xfrm>
        </p:grpSpPr>
        <p:sp>
          <p:nvSpPr>
            <p:cNvPr id="8444" name="Google Shape;8444;p59"/>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5" name="Google Shape;8445;p59"/>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6" name="Google Shape;8446;p59"/>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7" name="Google Shape;8447;p59"/>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48" name="Google Shape;8448;p59"/>
          <p:cNvGrpSpPr/>
          <p:nvPr/>
        </p:nvGrpSpPr>
        <p:grpSpPr>
          <a:xfrm>
            <a:off x="5878353" y="3545107"/>
            <a:ext cx="344903" cy="340151"/>
            <a:chOff x="2079300" y="4399325"/>
            <a:chExt cx="489850" cy="483100"/>
          </a:xfrm>
        </p:grpSpPr>
        <p:sp>
          <p:nvSpPr>
            <p:cNvPr id="8449" name="Google Shape;8449;p59"/>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0" name="Google Shape;8450;p59"/>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51" name="Google Shape;8451;p59"/>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52" name="Google Shape;8452;p59"/>
          <p:cNvGrpSpPr/>
          <p:nvPr/>
        </p:nvGrpSpPr>
        <p:grpSpPr>
          <a:xfrm>
            <a:off x="6744925" y="3545107"/>
            <a:ext cx="276236" cy="340151"/>
            <a:chOff x="3316000" y="4399325"/>
            <a:chExt cx="392325" cy="483100"/>
          </a:xfrm>
        </p:grpSpPr>
        <p:sp>
          <p:nvSpPr>
            <p:cNvPr id="8453" name="Google Shape;8453;p5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4" name="Google Shape;8454;p5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55" name="Google Shape;8455;p59"/>
          <p:cNvGrpSpPr/>
          <p:nvPr/>
        </p:nvGrpSpPr>
        <p:grpSpPr>
          <a:xfrm>
            <a:off x="7169665" y="3545089"/>
            <a:ext cx="254022" cy="340186"/>
            <a:chOff x="3926225" y="4399275"/>
            <a:chExt cx="360775" cy="483150"/>
          </a:xfrm>
        </p:grpSpPr>
        <p:sp>
          <p:nvSpPr>
            <p:cNvPr id="8456" name="Google Shape;8456;p5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7" name="Google Shape;8457;p5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58" name="Google Shape;8458;p59"/>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59" name="Google Shape;8459;p59"/>
          <p:cNvGrpSpPr/>
          <p:nvPr/>
        </p:nvGrpSpPr>
        <p:grpSpPr>
          <a:xfrm>
            <a:off x="7975224" y="3545151"/>
            <a:ext cx="340080" cy="340063"/>
            <a:chOff x="5053975" y="4399375"/>
            <a:chExt cx="483000" cy="482975"/>
          </a:xfrm>
        </p:grpSpPr>
        <p:sp>
          <p:nvSpPr>
            <p:cNvPr id="8460" name="Google Shape;8460;p59"/>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1" name="Google Shape;8461;p59"/>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2" name="Google Shape;8462;p59"/>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63" name="Google Shape;8463;p59"/>
          <p:cNvGrpSpPr/>
          <p:nvPr/>
        </p:nvGrpSpPr>
        <p:grpSpPr>
          <a:xfrm>
            <a:off x="6715417" y="3960912"/>
            <a:ext cx="340168" cy="340168"/>
            <a:chOff x="5648375" y="4399300"/>
            <a:chExt cx="483125" cy="483125"/>
          </a:xfrm>
        </p:grpSpPr>
        <p:sp>
          <p:nvSpPr>
            <p:cNvPr id="8464" name="Google Shape;8464;p59"/>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5" name="Google Shape;8465;p59"/>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66" name="Google Shape;8466;p59"/>
          <p:cNvGrpSpPr/>
          <p:nvPr/>
        </p:nvGrpSpPr>
        <p:grpSpPr>
          <a:xfrm>
            <a:off x="4946140" y="3979624"/>
            <a:ext cx="330007" cy="302744"/>
            <a:chOff x="6239575" y="4416275"/>
            <a:chExt cx="489625" cy="449175"/>
          </a:xfrm>
        </p:grpSpPr>
        <p:sp>
          <p:nvSpPr>
            <p:cNvPr id="8467" name="Google Shape;8467;p59"/>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8" name="Google Shape;8468;p59"/>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9" name="Google Shape;8469;p59"/>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70" name="Google Shape;8470;p59"/>
          <p:cNvGrpSpPr/>
          <p:nvPr/>
        </p:nvGrpSpPr>
        <p:grpSpPr>
          <a:xfrm>
            <a:off x="2049419" y="3976879"/>
            <a:ext cx="308234" cy="308234"/>
            <a:chOff x="892750" y="4993750"/>
            <a:chExt cx="483125" cy="483125"/>
          </a:xfrm>
        </p:grpSpPr>
        <p:sp>
          <p:nvSpPr>
            <p:cNvPr id="8471" name="Google Shape;8471;p59"/>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2" name="Google Shape;8472;p59"/>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3" name="Google Shape;8473;p59"/>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74" name="Google Shape;8474;p59"/>
          <p:cNvGrpSpPr/>
          <p:nvPr/>
        </p:nvGrpSpPr>
        <p:grpSpPr>
          <a:xfrm>
            <a:off x="853427" y="3984006"/>
            <a:ext cx="293982" cy="293982"/>
            <a:chOff x="2676100" y="4993750"/>
            <a:chExt cx="483125" cy="483125"/>
          </a:xfrm>
        </p:grpSpPr>
        <p:sp>
          <p:nvSpPr>
            <p:cNvPr id="8475" name="Google Shape;8475;p59"/>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6" name="Google Shape;8476;p59"/>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7" name="Google Shape;8477;p59"/>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78" name="Google Shape;8478;p59"/>
          <p:cNvGrpSpPr/>
          <p:nvPr/>
        </p:nvGrpSpPr>
        <p:grpSpPr>
          <a:xfrm>
            <a:off x="3287244" y="3976879"/>
            <a:ext cx="308234" cy="308234"/>
            <a:chOff x="3270550" y="4993750"/>
            <a:chExt cx="483125" cy="483125"/>
          </a:xfrm>
        </p:grpSpPr>
        <p:sp>
          <p:nvSpPr>
            <p:cNvPr id="8479" name="Google Shape;8479;p59"/>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0" name="Google Shape;8480;p59"/>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1" name="Google Shape;8481;p59"/>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2" name="Google Shape;8482;p59"/>
          <p:cNvGrpSpPr/>
          <p:nvPr/>
        </p:nvGrpSpPr>
        <p:grpSpPr>
          <a:xfrm>
            <a:off x="1271279" y="3983960"/>
            <a:ext cx="293997" cy="294073"/>
            <a:chOff x="4459450" y="4993700"/>
            <a:chExt cx="483150" cy="483275"/>
          </a:xfrm>
        </p:grpSpPr>
        <p:sp>
          <p:nvSpPr>
            <p:cNvPr id="8483" name="Google Shape;8483;p59"/>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4" name="Google Shape;8484;p59"/>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5" name="Google Shape;8485;p59"/>
          <p:cNvGrpSpPr/>
          <p:nvPr/>
        </p:nvGrpSpPr>
        <p:grpSpPr>
          <a:xfrm>
            <a:off x="2462028" y="3976879"/>
            <a:ext cx="308234" cy="308234"/>
            <a:chOff x="1487200" y="4993750"/>
            <a:chExt cx="483125" cy="483125"/>
          </a:xfrm>
        </p:grpSpPr>
        <p:sp>
          <p:nvSpPr>
            <p:cNvPr id="8486" name="Google Shape;8486;p5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7" name="Google Shape;8487;p5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8" name="Google Shape;8488;p59"/>
          <p:cNvGrpSpPr/>
          <p:nvPr/>
        </p:nvGrpSpPr>
        <p:grpSpPr>
          <a:xfrm>
            <a:off x="2874638" y="3976879"/>
            <a:ext cx="308234" cy="308234"/>
            <a:chOff x="2081650" y="4993750"/>
            <a:chExt cx="483125" cy="483125"/>
          </a:xfrm>
        </p:grpSpPr>
        <p:sp>
          <p:nvSpPr>
            <p:cNvPr id="8489" name="Google Shape;8489;p5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0" name="Google Shape;8490;p5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91" name="Google Shape;8491;p59"/>
          <p:cNvGrpSpPr/>
          <p:nvPr/>
        </p:nvGrpSpPr>
        <p:grpSpPr>
          <a:xfrm>
            <a:off x="1651280" y="3983960"/>
            <a:ext cx="293997" cy="294073"/>
            <a:chOff x="5053900" y="4993700"/>
            <a:chExt cx="483150" cy="483275"/>
          </a:xfrm>
        </p:grpSpPr>
        <p:sp>
          <p:nvSpPr>
            <p:cNvPr id="8492" name="Google Shape;8492;p59"/>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3" name="Google Shape;8493;p59"/>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94" name="Google Shape;8494;p5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8495" name="Google Shape;8495;p59"/>
          <p:cNvGrpSpPr/>
          <p:nvPr/>
        </p:nvGrpSpPr>
        <p:grpSpPr>
          <a:xfrm>
            <a:off x="7159962" y="3960299"/>
            <a:ext cx="195401" cy="341395"/>
            <a:chOff x="1426400" y="1814750"/>
            <a:chExt cx="407850" cy="712575"/>
          </a:xfrm>
        </p:grpSpPr>
        <p:sp>
          <p:nvSpPr>
            <p:cNvPr id="8496" name="Google Shape;8496;p5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9"/>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9"/>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59"/>
          <p:cNvGrpSpPr/>
          <p:nvPr/>
        </p:nvGrpSpPr>
        <p:grpSpPr>
          <a:xfrm>
            <a:off x="7494377" y="3991261"/>
            <a:ext cx="279423" cy="279471"/>
            <a:chOff x="1910075" y="2021700"/>
            <a:chExt cx="583225" cy="583325"/>
          </a:xfrm>
        </p:grpSpPr>
        <p:sp>
          <p:nvSpPr>
            <p:cNvPr id="8500" name="Google Shape;8500;p5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9"/>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59"/>
          <p:cNvGrpSpPr/>
          <p:nvPr/>
        </p:nvGrpSpPr>
        <p:grpSpPr>
          <a:xfrm>
            <a:off x="7912814" y="4026678"/>
            <a:ext cx="392874" cy="208636"/>
            <a:chOff x="2749275" y="2099575"/>
            <a:chExt cx="820025" cy="435475"/>
          </a:xfrm>
        </p:grpSpPr>
        <p:sp>
          <p:nvSpPr>
            <p:cNvPr id="8504" name="Google Shape;8504;p59"/>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9"/>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11" name="Shape 8511"/>
        <p:cNvGrpSpPr/>
        <p:nvPr/>
      </p:nvGrpSpPr>
      <p:grpSpPr>
        <a:xfrm>
          <a:off x="0" y="0"/>
          <a:ext cx="0" cy="0"/>
          <a:chOff x="0" y="0"/>
          <a:chExt cx="0" cy="0"/>
        </a:xfrm>
      </p:grpSpPr>
      <p:sp>
        <p:nvSpPr>
          <p:cNvPr id="8512" name="Google Shape;8512;p60"/>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0"/>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0"/>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5" name="Google Shape;8515;p60"/>
          <p:cNvGrpSpPr/>
          <p:nvPr/>
        </p:nvGrpSpPr>
        <p:grpSpPr>
          <a:xfrm>
            <a:off x="2987728" y="1340982"/>
            <a:ext cx="371882" cy="373766"/>
            <a:chOff x="-41270450" y="1973375"/>
            <a:chExt cx="315850" cy="317450"/>
          </a:xfrm>
        </p:grpSpPr>
        <p:sp>
          <p:nvSpPr>
            <p:cNvPr id="8516" name="Google Shape;8516;p6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60"/>
          <p:cNvGrpSpPr/>
          <p:nvPr/>
        </p:nvGrpSpPr>
        <p:grpSpPr>
          <a:xfrm>
            <a:off x="3005407" y="1787939"/>
            <a:ext cx="395871" cy="372088"/>
            <a:chOff x="-41291625" y="2339025"/>
            <a:chExt cx="336225" cy="316025"/>
          </a:xfrm>
        </p:grpSpPr>
        <p:sp>
          <p:nvSpPr>
            <p:cNvPr id="8521" name="Google Shape;8521;p6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0"/>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3" name="Google Shape;8523;p60"/>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0"/>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0"/>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0"/>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0"/>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0"/>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9" name="Google Shape;8529;p60"/>
          <p:cNvGrpSpPr/>
          <p:nvPr/>
        </p:nvGrpSpPr>
        <p:grpSpPr>
          <a:xfrm>
            <a:off x="1229534" y="1312990"/>
            <a:ext cx="396931" cy="373147"/>
            <a:chOff x="-42804750" y="1949600"/>
            <a:chExt cx="337125" cy="316925"/>
          </a:xfrm>
        </p:grpSpPr>
        <p:sp>
          <p:nvSpPr>
            <p:cNvPr id="8530" name="Google Shape;8530;p6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60"/>
          <p:cNvGrpSpPr/>
          <p:nvPr/>
        </p:nvGrpSpPr>
        <p:grpSpPr>
          <a:xfrm>
            <a:off x="1292211" y="1765686"/>
            <a:ext cx="335706" cy="364258"/>
            <a:chOff x="-42778750" y="2320125"/>
            <a:chExt cx="285125" cy="309375"/>
          </a:xfrm>
        </p:grpSpPr>
        <p:sp>
          <p:nvSpPr>
            <p:cNvPr id="8534" name="Google Shape;8534;p6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60"/>
          <p:cNvGrpSpPr/>
          <p:nvPr/>
        </p:nvGrpSpPr>
        <p:grpSpPr>
          <a:xfrm>
            <a:off x="1269879" y="2212691"/>
            <a:ext cx="375591" cy="374678"/>
            <a:chOff x="-42796875" y="2680675"/>
            <a:chExt cx="319000" cy="318225"/>
          </a:xfrm>
        </p:grpSpPr>
        <p:sp>
          <p:nvSpPr>
            <p:cNvPr id="8537" name="Google Shape;8537;p6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2" name="Google Shape;8542;p60"/>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0"/>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0"/>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0"/>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6" name="Google Shape;8546;p60"/>
          <p:cNvGrpSpPr/>
          <p:nvPr/>
        </p:nvGrpSpPr>
        <p:grpSpPr>
          <a:xfrm>
            <a:off x="2168150" y="3090966"/>
            <a:ext cx="390426" cy="369586"/>
            <a:chOff x="-39055650" y="2315975"/>
            <a:chExt cx="331600" cy="313900"/>
          </a:xfrm>
        </p:grpSpPr>
        <p:sp>
          <p:nvSpPr>
            <p:cNvPr id="8547" name="Google Shape;8547;p6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9" name="Google Shape;8549;p60"/>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0"/>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1" name="Google Shape;8551;p60"/>
          <p:cNvGrpSpPr/>
          <p:nvPr/>
        </p:nvGrpSpPr>
        <p:grpSpPr>
          <a:xfrm>
            <a:off x="1659816" y="1313166"/>
            <a:ext cx="380241" cy="371793"/>
            <a:chOff x="-42430625" y="1949750"/>
            <a:chExt cx="322950" cy="315775"/>
          </a:xfrm>
        </p:grpSpPr>
        <p:sp>
          <p:nvSpPr>
            <p:cNvPr id="8552" name="Google Shape;8552;p6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6" name="Google Shape;8556;p60"/>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0"/>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0"/>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0"/>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2" name="Google Shape;8562;p60"/>
          <p:cNvGrpSpPr/>
          <p:nvPr/>
        </p:nvGrpSpPr>
        <p:grpSpPr>
          <a:xfrm>
            <a:off x="2623344" y="3089112"/>
            <a:ext cx="372824" cy="372058"/>
            <a:chOff x="-38686275" y="2314400"/>
            <a:chExt cx="316650" cy="316000"/>
          </a:xfrm>
        </p:grpSpPr>
        <p:sp>
          <p:nvSpPr>
            <p:cNvPr id="8563" name="Google Shape;8563;p6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60"/>
          <p:cNvGrpSpPr/>
          <p:nvPr/>
        </p:nvGrpSpPr>
        <p:grpSpPr>
          <a:xfrm>
            <a:off x="2621946" y="3581152"/>
            <a:ext cx="375620" cy="373736"/>
            <a:chOff x="-38686275" y="2682250"/>
            <a:chExt cx="319025" cy="317425"/>
          </a:xfrm>
        </p:grpSpPr>
        <p:sp>
          <p:nvSpPr>
            <p:cNvPr id="8566" name="Google Shape;8566;p6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60"/>
          <p:cNvGrpSpPr/>
          <p:nvPr/>
        </p:nvGrpSpPr>
        <p:grpSpPr>
          <a:xfrm>
            <a:off x="3940328" y="3579695"/>
            <a:ext cx="391368" cy="376650"/>
            <a:chOff x="-37534750" y="2668075"/>
            <a:chExt cx="332400" cy="319900"/>
          </a:xfrm>
        </p:grpSpPr>
        <p:sp>
          <p:nvSpPr>
            <p:cNvPr id="8569" name="Google Shape;8569;p6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1" name="Google Shape;8571;p60"/>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2" name="Google Shape;8572;p60"/>
          <p:cNvGrpSpPr/>
          <p:nvPr/>
        </p:nvGrpSpPr>
        <p:grpSpPr>
          <a:xfrm>
            <a:off x="2131694" y="1760829"/>
            <a:ext cx="375591" cy="374060"/>
            <a:chOff x="-42062025" y="2316000"/>
            <a:chExt cx="319000" cy="317700"/>
          </a:xfrm>
        </p:grpSpPr>
        <p:sp>
          <p:nvSpPr>
            <p:cNvPr id="8573" name="Google Shape;8573;p6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5" name="Google Shape;8575;p60"/>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6" name="Google Shape;8576;p60"/>
          <p:cNvGrpSpPr/>
          <p:nvPr/>
        </p:nvGrpSpPr>
        <p:grpSpPr>
          <a:xfrm>
            <a:off x="876569" y="2671933"/>
            <a:ext cx="330143" cy="368173"/>
            <a:chOff x="-40150450" y="1977325"/>
            <a:chExt cx="280400" cy="312700"/>
          </a:xfrm>
        </p:grpSpPr>
        <p:sp>
          <p:nvSpPr>
            <p:cNvPr id="8577" name="Google Shape;8577;p60"/>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0"/>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60"/>
          <p:cNvGrpSpPr/>
          <p:nvPr/>
        </p:nvGrpSpPr>
        <p:grpSpPr>
          <a:xfrm>
            <a:off x="870534" y="3131151"/>
            <a:ext cx="342211" cy="372824"/>
            <a:chOff x="-40160700" y="2339625"/>
            <a:chExt cx="290650" cy="316650"/>
          </a:xfrm>
        </p:grpSpPr>
        <p:sp>
          <p:nvSpPr>
            <p:cNvPr id="8582" name="Google Shape;8582;p6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0"/>
          <p:cNvGrpSpPr/>
          <p:nvPr/>
        </p:nvGrpSpPr>
        <p:grpSpPr>
          <a:xfrm>
            <a:off x="852359" y="3581608"/>
            <a:ext cx="375591" cy="372824"/>
            <a:chOff x="-40171725" y="2705875"/>
            <a:chExt cx="319000" cy="316650"/>
          </a:xfrm>
        </p:grpSpPr>
        <p:sp>
          <p:nvSpPr>
            <p:cNvPr id="8587" name="Google Shape;8587;p6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0"/>
          <p:cNvGrpSpPr/>
          <p:nvPr/>
        </p:nvGrpSpPr>
        <p:grpSpPr>
          <a:xfrm>
            <a:off x="3109957" y="2656064"/>
            <a:ext cx="272686" cy="373766"/>
            <a:chOff x="-38275925" y="1946600"/>
            <a:chExt cx="231600" cy="317450"/>
          </a:xfrm>
        </p:grpSpPr>
        <p:sp>
          <p:nvSpPr>
            <p:cNvPr id="8590" name="Google Shape;8590;p6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2" name="Google Shape;8592;p60"/>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0"/>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4" name="Google Shape;8594;p60"/>
          <p:cNvGrpSpPr/>
          <p:nvPr/>
        </p:nvGrpSpPr>
        <p:grpSpPr>
          <a:xfrm>
            <a:off x="2173841" y="4053505"/>
            <a:ext cx="382096" cy="371911"/>
            <a:chOff x="-37190575" y="1951325"/>
            <a:chExt cx="324525" cy="315875"/>
          </a:xfrm>
        </p:grpSpPr>
        <p:sp>
          <p:nvSpPr>
            <p:cNvPr id="8595" name="Google Shape;8595;p6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0" name="Google Shape;8600;p60"/>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1" name="Google Shape;8601;p60"/>
          <p:cNvGrpSpPr/>
          <p:nvPr/>
        </p:nvGrpSpPr>
        <p:grpSpPr>
          <a:xfrm>
            <a:off x="2574144" y="1839656"/>
            <a:ext cx="373736" cy="293055"/>
            <a:chOff x="-41694200" y="2382950"/>
            <a:chExt cx="317425" cy="248900"/>
          </a:xfrm>
        </p:grpSpPr>
        <p:sp>
          <p:nvSpPr>
            <p:cNvPr id="8602" name="Google Shape;8602;p6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60"/>
          <p:cNvGrpSpPr/>
          <p:nvPr/>
        </p:nvGrpSpPr>
        <p:grpSpPr>
          <a:xfrm>
            <a:off x="2570967" y="2192964"/>
            <a:ext cx="375591" cy="373766"/>
            <a:chOff x="-41695775" y="2683025"/>
            <a:chExt cx="319000" cy="317450"/>
          </a:xfrm>
        </p:grpSpPr>
        <p:sp>
          <p:nvSpPr>
            <p:cNvPr id="8605" name="Google Shape;8605;p6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0"/>
          <p:cNvGrpSpPr/>
          <p:nvPr/>
        </p:nvGrpSpPr>
        <p:grpSpPr>
          <a:xfrm>
            <a:off x="1313266" y="2685734"/>
            <a:ext cx="342211" cy="375620"/>
            <a:chOff x="-39792875" y="1971800"/>
            <a:chExt cx="290650" cy="319025"/>
          </a:xfrm>
        </p:grpSpPr>
        <p:sp>
          <p:nvSpPr>
            <p:cNvPr id="8609" name="Google Shape;8609;p6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1" name="Google Shape;8611;p60"/>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2" name="Google Shape;8612;p60"/>
          <p:cNvGrpSpPr/>
          <p:nvPr/>
        </p:nvGrpSpPr>
        <p:grpSpPr>
          <a:xfrm>
            <a:off x="3490328" y="2657918"/>
            <a:ext cx="383950" cy="372618"/>
            <a:chOff x="-37956150" y="1948175"/>
            <a:chExt cx="326100" cy="316475"/>
          </a:xfrm>
        </p:grpSpPr>
        <p:sp>
          <p:nvSpPr>
            <p:cNvPr id="8613" name="Google Shape;8613;p6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0"/>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60"/>
          <p:cNvGrpSpPr/>
          <p:nvPr/>
        </p:nvGrpSpPr>
        <p:grpSpPr>
          <a:xfrm>
            <a:off x="1323705" y="3133960"/>
            <a:ext cx="324609" cy="374825"/>
            <a:chOff x="-39783425" y="2337925"/>
            <a:chExt cx="275700" cy="318350"/>
          </a:xfrm>
        </p:grpSpPr>
        <p:sp>
          <p:nvSpPr>
            <p:cNvPr id="8617" name="Google Shape;8617;p6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60"/>
          <p:cNvGrpSpPr/>
          <p:nvPr/>
        </p:nvGrpSpPr>
        <p:grpSpPr>
          <a:xfrm>
            <a:off x="3497847" y="3165172"/>
            <a:ext cx="375620" cy="243015"/>
            <a:chOff x="-37953000" y="2379000"/>
            <a:chExt cx="319025" cy="206400"/>
          </a:xfrm>
        </p:grpSpPr>
        <p:sp>
          <p:nvSpPr>
            <p:cNvPr id="8620" name="Google Shape;8620;p6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5" name="Google Shape;8625;p60"/>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0"/>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0"/>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8628" name="Google Shape;8628;p60"/>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8629" name="Google Shape;8629;p60"/>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0" name="Google Shape;8630;p60"/>
          <p:cNvGrpSpPr/>
          <p:nvPr/>
        </p:nvGrpSpPr>
        <p:grpSpPr>
          <a:xfrm>
            <a:off x="4855594" y="1782519"/>
            <a:ext cx="354107" cy="355063"/>
            <a:chOff x="-28467625" y="2331750"/>
            <a:chExt cx="296150" cy="296950"/>
          </a:xfrm>
        </p:grpSpPr>
        <p:sp>
          <p:nvSpPr>
            <p:cNvPr id="8631" name="Google Shape;8631;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60"/>
          <p:cNvGrpSpPr/>
          <p:nvPr/>
        </p:nvGrpSpPr>
        <p:grpSpPr>
          <a:xfrm>
            <a:off x="4869719" y="2225601"/>
            <a:ext cx="325858" cy="351327"/>
            <a:chOff x="-28461325" y="2701925"/>
            <a:chExt cx="272525" cy="293825"/>
          </a:xfrm>
        </p:grpSpPr>
        <p:sp>
          <p:nvSpPr>
            <p:cNvPr id="8634" name="Google Shape;8634;p6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60"/>
          <p:cNvGrpSpPr/>
          <p:nvPr/>
        </p:nvGrpSpPr>
        <p:grpSpPr>
          <a:xfrm>
            <a:off x="7093910" y="1399238"/>
            <a:ext cx="354107" cy="226974"/>
            <a:chOff x="-26585200" y="2025375"/>
            <a:chExt cx="296150" cy="189825"/>
          </a:xfrm>
        </p:grpSpPr>
        <p:sp>
          <p:nvSpPr>
            <p:cNvPr id="8638" name="Google Shape;8638;p6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0"/>
          <p:cNvGrpSpPr/>
          <p:nvPr/>
        </p:nvGrpSpPr>
        <p:grpSpPr>
          <a:xfrm>
            <a:off x="7094373" y="1783461"/>
            <a:ext cx="353180" cy="353180"/>
            <a:chOff x="-26584425" y="2340425"/>
            <a:chExt cx="295375" cy="295375"/>
          </a:xfrm>
        </p:grpSpPr>
        <p:sp>
          <p:nvSpPr>
            <p:cNvPr id="8644" name="Google Shape;8644;p6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60"/>
          <p:cNvGrpSpPr/>
          <p:nvPr/>
        </p:nvGrpSpPr>
        <p:grpSpPr>
          <a:xfrm>
            <a:off x="7089202" y="2224555"/>
            <a:ext cx="363523" cy="353419"/>
            <a:chOff x="-26585200" y="2710400"/>
            <a:chExt cx="304025" cy="295575"/>
          </a:xfrm>
        </p:grpSpPr>
        <p:sp>
          <p:nvSpPr>
            <p:cNvPr id="8650" name="Google Shape;8650;p6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60"/>
          <p:cNvGrpSpPr/>
          <p:nvPr/>
        </p:nvGrpSpPr>
        <p:grpSpPr>
          <a:xfrm>
            <a:off x="5744337" y="2666033"/>
            <a:ext cx="354136" cy="353210"/>
            <a:chOff x="-24709875" y="1970225"/>
            <a:chExt cx="296175" cy="295400"/>
          </a:xfrm>
        </p:grpSpPr>
        <p:sp>
          <p:nvSpPr>
            <p:cNvPr id="8663" name="Google Shape;8663;p6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60"/>
          <p:cNvGrpSpPr/>
          <p:nvPr/>
        </p:nvGrpSpPr>
        <p:grpSpPr>
          <a:xfrm>
            <a:off x="5776352" y="3112911"/>
            <a:ext cx="290107" cy="354107"/>
            <a:chOff x="-24683100" y="2340425"/>
            <a:chExt cx="242625" cy="296150"/>
          </a:xfrm>
        </p:grpSpPr>
        <p:sp>
          <p:nvSpPr>
            <p:cNvPr id="8666" name="Google Shape;8666;p6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0" name="Google Shape;8670;p60"/>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1" name="Google Shape;8671;p60"/>
          <p:cNvGrpSpPr/>
          <p:nvPr/>
        </p:nvGrpSpPr>
        <p:grpSpPr>
          <a:xfrm>
            <a:off x="7982594" y="2666033"/>
            <a:ext cx="360713" cy="353210"/>
            <a:chOff x="-22881800" y="1971800"/>
            <a:chExt cx="301675" cy="295400"/>
          </a:xfrm>
        </p:grpSpPr>
        <p:sp>
          <p:nvSpPr>
            <p:cNvPr id="8672" name="Google Shape;8672;p6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8" name="Google Shape;8678;p60"/>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0"/>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0" name="Google Shape;8680;p60"/>
          <p:cNvGrpSpPr/>
          <p:nvPr/>
        </p:nvGrpSpPr>
        <p:grpSpPr>
          <a:xfrm>
            <a:off x="5358939" y="2224196"/>
            <a:ext cx="227930" cy="354136"/>
            <a:chOff x="-28043900" y="2701925"/>
            <a:chExt cx="190625" cy="296175"/>
          </a:xfrm>
        </p:grpSpPr>
        <p:sp>
          <p:nvSpPr>
            <p:cNvPr id="8681" name="Google Shape;8681;p6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60"/>
          <p:cNvGrpSpPr/>
          <p:nvPr/>
        </p:nvGrpSpPr>
        <p:grpSpPr>
          <a:xfrm>
            <a:off x="7531805" y="1336135"/>
            <a:ext cx="354136" cy="353180"/>
            <a:chOff x="-26215025" y="1971025"/>
            <a:chExt cx="296175" cy="295375"/>
          </a:xfrm>
        </p:grpSpPr>
        <p:sp>
          <p:nvSpPr>
            <p:cNvPr id="8687" name="Google Shape;8687;p6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60"/>
          <p:cNvGrpSpPr/>
          <p:nvPr/>
        </p:nvGrpSpPr>
        <p:grpSpPr>
          <a:xfrm>
            <a:off x="7531327" y="1783924"/>
            <a:ext cx="355093" cy="352253"/>
            <a:chOff x="-26215825" y="2341200"/>
            <a:chExt cx="296975" cy="294600"/>
          </a:xfrm>
        </p:grpSpPr>
        <p:sp>
          <p:nvSpPr>
            <p:cNvPr id="8696" name="Google Shape;8696;p6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60"/>
          <p:cNvGrpSpPr/>
          <p:nvPr/>
        </p:nvGrpSpPr>
        <p:grpSpPr>
          <a:xfrm>
            <a:off x="7563357" y="2224674"/>
            <a:ext cx="291033" cy="353180"/>
            <a:chOff x="-26179575" y="2710600"/>
            <a:chExt cx="243400" cy="295375"/>
          </a:xfrm>
        </p:grpSpPr>
        <p:sp>
          <p:nvSpPr>
            <p:cNvPr id="8699" name="Google Shape;8699;p6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0"/>
          <p:cNvGrpSpPr/>
          <p:nvPr/>
        </p:nvGrpSpPr>
        <p:grpSpPr>
          <a:xfrm>
            <a:off x="6202417" y="2666048"/>
            <a:ext cx="337187" cy="353180"/>
            <a:chOff x="-24328675" y="1971025"/>
            <a:chExt cx="282000" cy="295375"/>
          </a:xfrm>
        </p:grpSpPr>
        <p:sp>
          <p:nvSpPr>
            <p:cNvPr id="8703" name="Google Shape;8703;p6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60"/>
          <p:cNvGrpSpPr/>
          <p:nvPr/>
        </p:nvGrpSpPr>
        <p:grpSpPr>
          <a:xfrm>
            <a:off x="6204778" y="3113374"/>
            <a:ext cx="332464" cy="353180"/>
            <a:chOff x="-24330250" y="2340425"/>
            <a:chExt cx="278050" cy="295375"/>
          </a:xfrm>
        </p:grpSpPr>
        <p:sp>
          <p:nvSpPr>
            <p:cNvPr id="8706" name="Google Shape;8706;p6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60"/>
          <p:cNvGrpSpPr/>
          <p:nvPr/>
        </p:nvGrpSpPr>
        <p:grpSpPr>
          <a:xfrm>
            <a:off x="6194420" y="3554587"/>
            <a:ext cx="353180" cy="353180"/>
            <a:chOff x="-24338900" y="2710600"/>
            <a:chExt cx="295375" cy="295375"/>
          </a:xfrm>
        </p:grpSpPr>
        <p:sp>
          <p:nvSpPr>
            <p:cNvPr id="8714" name="Google Shape;8714;p6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0"/>
          <p:cNvGrpSpPr/>
          <p:nvPr/>
        </p:nvGrpSpPr>
        <p:grpSpPr>
          <a:xfrm>
            <a:off x="7985419" y="3113972"/>
            <a:ext cx="355063" cy="351984"/>
            <a:chOff x="-22859750" y="2335900"/>
            <a:chExt cx="296950" cy="294375"/>
          </a:xfrm>
        </p:grpSpPr>
        <p:sp>
          <p:nvSpPr>
            <p:cNvPr id="8717" name="Google Shape;8717;p6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60"/>
          <p:cNvGrpSpPr/>
          <p:nvPr/>
        </p:nvGrpSpPr>
        <p:grpSpPr>
          <a:xfrm>
            <a:off x="5764767" y="1336120"/>
            <a:ext cx="311749" cy="353210"/>
            <a:chOff x="-27710725" y="1959200"/>
            <a:chExt cx="260725" cy="295400"/>
          </a:xfrm>
        </p:grpSpPr>
        <p:sp>
          <p:nvSpPr>
            <p:cNvPr id="8721" name="Google Shape;8721;p6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60"/>
          <p:cNvGrpSpPr/>
          <p:nvPr/>
        </p:nvGrpSpPr>
        <p:grpSpPr>
          <a:xfrm>
            <a:off x="5742631" y="1844666"/>
            <a:ext cx="356020" cy="230770"/>
            <a:chOff x="-27728850" y="2382950"/>
            <a:chExt cx="297750" cy="193000"/>
          </a:xfrm>
        </p:grpSpPr>
        <p:sp>
          <p:nvSpPr>
            <p:cNvPr id="8724" name="Google Shape;8724;p6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7" name="Google Shape;8727;p60"/>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0"/>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9" name="Google Shape;8729;p60"/>
          <p:cNvGrpSpPr/>
          <p:nvPr/>
        </p:nvGrpSpPr>
        <p:grpSpPr>
          <a:xfrm>
            <a:off x="7973975" y="1792877"/>
            <a:ext cx="354136" cy="334348"/>
            <a:chOff x="-25844850" y="2357750"/>
            <a:chExt cx="296175" cy="279625"/>
          </a:xfrm>
        </p:grpSpPr>
        <p:sp>
          <p:nvSpPr>
            <p:cNvPr id="8730" name="Google Shape;8730;p6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6" name="Google Shape;8736;p60"/>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7" name="Google Shape;8737;p60"/>
          <p:cNvGrpSpPr/>
          <p:nvPr/>
        </p:nvGrpSpPr>
        <p:grpSpPr>
          <a:xfrm>
            <a:off x="6702883" y="2666033"/>
            <a:ext cx="228887" cy="353210"/>
            <a:chOff x="-23917525" y="1970225"/>
            <a:chExt cx="191425" cy="295400"/>
          </a:xfrm>
        </p:grpSpPr>
        <p:sp>
          <p:nvSpPr>
            <p:cNvPr id="8738" name="Google Shape;8738;p6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60"/>
          <p:cNvGrpSpPr/>
          <p:nvPr/>
        </p:nvGrpSpPr>
        <p:grpSpPr>
          <a:xfrm>
            <a:off x="6658164" y="3112911"/>
            <a:ext cx="318325" cy="354107"/>
            <a:chOff x="-23952175" y="2340425"/>
            <a:chExt cx="266225" cy="296150"/>
          </a:xfrm>
        </p:grpSpPr>
        <p:sp>
          <p:nvSpPr>
            <p:cNvPr id="8742" name="Google Shape;8742;p6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4" name="Google Shape;8744;p60"/>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5" name="Google Shape;8745;p60"/>
          <p:cNvGrpSpPr/>
          <p:nvPr/>
        </p:nvGrpSpPr>
        <p:grpSpPr>
          <a:xfrm>
            <a:off x="8043336" y="3553167"/>
            <a:ext cx="239230" cy="356020"/>
            <a:chOff x="-22811700" y="2700350"/>
            <a:chExt cx="200075" cy="297750"/>
          </a:xfrm>
        </p:grpSpPr>
        <p:sp>
          <p:nvSpPr>
            <p:cNvPr id="8746" name="Google Shape;8746;p6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60"/>
          <p:cNvGrpSpPr/>
          <p:nvPr/>
        </p:nvGrpSpPr>
        <p:grpSpPr>
          <a:xfrm>
            <a:off x="6191787" y="1335656"/>
            <a:ext cx="355063" cy="354136"/>
            <a:chOff x="-27358650" y="1961575"/>
            <a:chExt cx="296950" cy="296175"/>
          </a:xfrm>
        </p:grpSpPr>
        <p:sp>
          <p:nvSpPr>
            <p:cNvPr id="8750" name="Google Shape;8750;p6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2" name="Google Shape;8752;p60"/>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0"/>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4" name="Google Shape;8754;p60"/>
          <p:cNvGrpSpPr/>
          <p:nvPr/>
        </p:nvGrpSpPr>
        <p:grpSpPr>
          <a:xfrm>
            <a:off x="7090357" y="2666048"/>
            <a:ext cx="354136" cy="353180"/>
            <a:chOff x="-23599325" y="1971025"/>
            <a:chExt cx="296175" cy="295375"/>
          </a:xfrm>
        </p:grpSpPr>
        <p:sp>
          <p:nvSpPr>
            <p:cNvPr id="8755" name="Google Shape;8755;p6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7" name="Google Shape;8757;p60"/>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0"/>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0"/>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0" name="Google Shape;8760;p60"/>
          <p:cNvGrpSpPr/>
          <p:nvPr/>
        </p:nvGrpSpPr>
        <p:grpSpPr>
          <a:xfrm>
            <a:off x="6634801" y="1335776"/>
            <a:ext cx="360713" cy="353897"/>
            <a:chOff x="-26993200" y="1961775"/>
            <a:chExt cx="301675" cy="295975"/>
          </a:xfrm>
        </p:grpSpPr>
        <p:sp>
          <p:nvSpPr>
            <p:cNvPr id="8761" name="Google Shape;8761;p6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60"/>
          <p:cNvGrpSpPr/>
          <p:nvPr/>
        </p:nvGrpSpPr>
        <p:grpSpPr>
          <a:xfrm>
            <a:off x="6659761" y="1783461"/>
            <a:ext cx="310792" cy="353180"/>
            <a:chOff x="-26970350" y="2332550"/>
            <a:chExt cx="259925" cy="295375"/>
          </a:xfrm>
        </p:grpSpPr>
        <p:sp>
          <p:nvSpPr>
            <p:cNvPr id="8765" name="Google Shape;8765;p6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60"/>
          <p:cNvGrpSpPr/>
          <p:nvPr/>
        </p:nvGrpSpPr>
        <p:grpSpPr>
          <a:xfrm>
            <a:off x="6639046" y="2256226"/>
            <a:ext cx="352223" cy="290077"/>
            <a:chOff x="-26986100" y="2735800"/>
            <a:chExt cx="294575" cy="242600"/>
          </a:xfrm>
        </p:grpSpPr>
        <p:sp>
          <p:nvSpPr>
            <p:cNvPr id="8768" name="Google Shape;8768;p6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60"/>
          <p:cNvGrpSpPr/>
          <p:nvPr/>
        </p:nvGrpSpPr>
        <p:grpSpPr>
          <a:xfrm>
            <a:off x="7538093" y="2665569"/>
            <a:ext cx="355063" cy="354136"/>
            <a:chOff x="-23229925" y="1970225"/>
            <a:chExt cx="296950" cy="296175"/>
          </a:xfrm>
        </p:grpSpPr>
        <p:sp>
          <p:nvSpPr>
            <p:cNvPr id="8771" name="Google Shape;8771;p6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60"/>
          <p:cNvGrpSpPr/>
          <p:nvPr/>
        </p:nvGrpSpPr>
        <p:grpSpPr>
          <a:xfrm>
            <a:off x="7580466" y="3112432"/>
            <a:ext cx="270318" cy="355063"/>
            <a:chOff x="-23177950" y="2340425"/>
            <a:chExt cx="226075" cy="296950"/>
          </a:xfrm>
        </p:grpSpPr>
        <p:sp>
          <p:nvSpPr>
            <p:cNvPr id="8776" name="Google Shape;8776;p6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60"/>
          <p:cNvGrpSpPr/>
          <p:nvPr/>
        </p:nvGrpSpPr>
        <p:grpSpPr>
          <a:xfrm>
            <a:off x="7538556" y="3554109"/>
            <a:ext cx="354136" cy="354136"/>
            <a:chOff x="-23229150" y="2710600"/>
            <a:chExt cx="296175" cy="296175"/>
          </a:xfrm>
        </p:grpSpPr>
        <p:sp>
          <p:nvSpPr>
            <p:cNvPr id="8779" name="Google Shape;8779;p6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1" name="Google Shape;8781;p60"/>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0"/>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3" name="Google Shape;8783;p60"/>
          <p:cNvGrpSpPr/>
          <p:nvPr/>
        </p:nvGrpSpPr>
        <p:grpSpPr>
          <a:xfrm>
            <a:off x="4855631" y="3123732"/>
            <a:ext cx="356946" cy="332464"/>
            <a:chOff x="-25477800" y="2357750"/>
            <a:chExt cx="298525" cy="278050"/>
          </a:xfrm>
        </p:grpSpPr>
        <p:sp>
          <p:nvSpPr>
            <p:cNvPr id="8784" name="Google Shape;8784;p6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6" name="Google Shape;8786;p60"/>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0"/>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8" name="Google Shape;8788;p60"/>
          <p:cNvGrpSpPr/>
          <p:nvPr/>
        </p:nvGrpSpPr>
        <p:grpSpPr>
          <a:xfrm>
            <a:off x="5298265" y="3112911"/>
            <a:ext cx="353180" cy="354107"/>
            <a:chOff x="-25104475" y="2340425"/>
            <a:chExt cx="295375" cy="296150"/>
          </a:xfrm>
        </p:grpSpPr>
        <p:sp>
          <p:nvSpPr>
            <p:cNvPr id="8789" name="Google Shape;8789;p6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8" name="Google Shape;8798;p60"/>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02" name="Shape 8802"/>
        <p:cNvGrpSpPr/>
        <p:nvPr/>
      </p:nvGrpSpPr>
      <p:grpSpPr>
        <a:xfrm>
          <a:off x="0" y="0"/>
          <a:ext cx="0" cy="0"/>
          <a:chOff x="0" y="0"/>
          <a:chExt cx="0" cy="0"/>
        </a:xfrm>
      </p:grpSpPr>
      <p:sp>
        <p:nvSpPr>
          <p:cNvPr id="8803" name="Google Shape;8803;p61"/>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8804" name="Google Shape;8804;p61"/>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8805" name="Google Shape;8805;p61"/>
          <p:cNvGrpSpPr/>
          <p:nvPr/>
        </p:nvGrpSpPr>
        <p:grpSpPr>
          <a:xfrm>
            <a:off x="854368" y="1313920"/>
            <a:ext cx="366269" cy="366240"/>
            <a:chOff x="-65131525" y="1914325"/>
            <a:chExt cx="316650" cy="316625"/>
          </a:xfrm>
        </p:grpSpPr>
        <p:sp>
          <p:nvSpPr>
            <p:cNvPr id="8806" name="Google Shape;8806;p6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61"/>
          <p:cNvGrpSpPr/>
          <p:nvPr/>
        </p:nvGrpSpPr>
        <p:grpSpPr>
          <a:xfrm>
            <a:off x="854368" y="1794207"/>
            <a:ext cx="366269" cy="366269"/>
            <a:chOff x="-65131525" y="2281350"/>
            <a:chExt cx="316650" cy="316650"/>
          </a:xfrm>
        </p:grpSpPr>
        <p:sp>
          <p:nvSpPr>
            <p:cNvPr id="8809" name="Google Shape;8809;p6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1"/>
          <p:cNvGrpSpPr/>
          <p:nvPr/>
        </p:nvGrpSpPr>
        <p:grpSpPr>
          <a:xfrm>
            <a:off x="857564" y="2259206"/>
            <a:ext cx="359878" cy="367165"/>
            <a:chOff x="-65129950" y="2646800"/>
            <a:chExt cx="311125" cy="317425"/>
          </a:xfrm>
        </p:grpSpPr>
        <p:sp>
          <p:nvSpPr>
            <p:cNvPr id="8812" name="Google Shape;8812;p6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61"/>
          <p:cNvGrpSpPr/>
          <p:nvPr/>
        </p:nvGrpSpPr>
        <p:grpSpPr>
          <a:xfrm>
            <a:off x="3060897" y="1312532"/>
            <a:ext cx="368987" cy="369016"/>
            <a:chOff x="-63252250" y="1930850"/>
            <a:chExt cx="319000" cy="319025"/>
          </a:xfrm>
        </p:grpSpPr>
        <p:sp>
          <p:nvSpPr>
            <p:cNvPr id="8815" name="Google Shape;8815;p6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7" name="Google Shape;8817;p61"/>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8" name="Google Shape;8818;p61"/>
          <p:cNvGrpSpPr/>
          <p:nvPr/>
        </p:nvGrpSpPr>
        <p:grpSpPr>
          <a:xfrm>
            <a:off x="3061808" y="2258743"/>
            <a:ext cx="367165" cy="368091"/>
            <a:chOff x="-63250675" y="2664125"/>
            <a:chExt cx="317425" cy="318225"/>
          </a:xfrm>
        </p:grpSpPr>
        <p:sp>
          <p:nvSpPr>
            <p:cNvPr id="8819" name="Google Shape;8819;p6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61"/>
          <p:cNvGrpSpPr/>
          <p:nvPr/>
        </p:nvGrpSpPr>
        <p:grpSpPr>
          <a:xfrm>
            <a:off x="1738471" y="2735150"/>
            <a:ext cx="363522" cy="361266"/>
            <a:chOff x="-61354075" y="1940500"/>
            <a:chExt cx="314275" cy="312325"/>
          </a:xfrm>
        </p:grpSpPr>
        <p:sp>
          <p:nvSpPr>
            <p:cNvPr id="8822" name="Google Shape;8822;p6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61"/>
          <p:cNvGrpSpPr/>
          <p:nvPr/>
        </p:nvGrpSpPr>
        <p:grpSpPr>
          <a:xfrm>
            <a:off x="1737098" y="3183702"/>
            <a:ext cx="366269" cy="336195"/>
            <a:chOff x="-61354875" y="2322300"/>
            <a:chExt cx="316650" cy="290650"/>
          </a:xfrm>
        </p:grpSpPr>
        <p:sp>
          <p:nvSpPr>
            <p:cNvPr id="8827" name="Google Shape;8827;p6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61"/>
          <p:cNvGrpSpPr/>
          <p:nvPr/>
        </p:nvGrpSpPr>
        <p:grpSpPr>
          <a:xfrm>
            <a:off x="1737098" y="3611266"/>
            <a:ext cx="366269" cy="366269"/>
            <a:chOff x="-61354875" y="2671225"/>
            <a:chExt cx="316650" cy="316650"/>
          </a:xfrm>
        </p:grpSpPr>
        <p:sp>
          <p:nvSpPr>
            <p:cNvPr id="8831" name="Google Shape;8831;p6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61"/>
          <p:cNvGrpSpPr/>
          <p:nvPr/>
        </p:nvGrpSpPr>
        <p:grpSpPr>
          <a:xfrm>
            <a:off x="3952502" y="2731001"/>
            <a:ext cx="368987" cy="369566"/>
            <a:chOff x="-59502375" y="1904375"/>
            <a:chExt cx="319000" cy="319500"/>
          </a:xfrm>
        </p:grpSpPr>
        <p:sp>
          <p:nvSpPr>
            <p:cNvPr id="8837" name="Google Shape;8837;p6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61"/>
          <p:cNvGrpSpPr/>
          <p:nvPr/>
        </p:nvGrpSpPr>
        <p:grpSpPr>
          <a:xfrm>
            <a:off x="1298621" y="1315207"/>
            <a:ext cx="368987" cy="363666"/>
            <a:chOff x="-64774725" y="1916550"/>
            <a:chExt cx="319000" cy="314400"/>
          </a:xfrm>
        </p:grpSpPr>
        <p:sp>
          <p:nvSpPr>
            <p:cNvPr id="8841" name="Google Shape;8841;p6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61"/>
          <p:cNvGrpSpPr/>
          <p:nvPr/>
        </p:nvGrpSpPr>
        <p:grpSpPr>
          <a:xfrm>
            <a:off x="1299979" y="1792386"/>
            <a:ext cx="366269" cy="369913"/>
            <a:chOff x="-64764500" y="2280550"/>
            <a:chExt cx="316650" cy="319800"/>
          </a:xfrm>
        </p:grpSpPr>
        <p:sp>
          <p:nvSpPr>
            <p:cNvPr id="8844" name="Google Shape;8844;p6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6" name="Google Shape;8846;p61"/>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7" name="Google Shape;8847;p61"/>
          <p:cNvGrpSpPr/>
          <p:nvPr/>
        </p:nvGrpSpPr>
        <p:grpSpPr>
          <a:xfrm>
            <a:off x="3512023" y="1352163"/>
            <a:ext cx="365344" cy="289753"/>
            <a:chOff x="-62882850" y="1999375"/>
            <a:chExt cx="315850" cy="250500"/>
          </a:xfrm>
        </p:grpSpPr>
        <p:sp>
          <p:nvSpPr>
            <p:cNvPr id="8848" name="Google Shape;8848;p6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61"/>
          <p:cNvGrpSpPr/>
          <p:nvPr/>
        </p:nvGrpSpPr>
        <p:grpSpPr>
          <a:xfrm>
            <a:off x="3503362" y="1793745"/>
            <a:ext cx="382665" cy="367194"/>
            <a:chOff x="-62890750" y="2296300"/>
            <a:chExt cx="330825" cy="317450"/>
          </a:xfrm>
        </p:grpSpPr>
        <p:sp>
          <p:nvSpPr>
            <p:cNvPr id="8851" name="Google Shape;8851;p6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61"/>
          <p:cNvGrpSpPr/>
          <p:nvPr/>
        </p:nvGrpSpPr>
        <p:grpSpPr>
          <a:xfrm>
            <a:off x="3512023" y="2259206"/>
            <a:ext cx="365344" cy="367165"/>
            <a:chOff x="-62882850" y="2664925"/>
            <a:chExt cx="315850" cy="317425"/>
          </a:xfrm>
        </p:grpSpPr>
        <p:sp>
          <p:nvSpPr>
            <p:cNvPr id="8855" name="Google Shape;8855;p6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7" name="Google Shape;8857;p61"/>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8" name="Google Shape;8858;p61"/>
          <p:cNvGrpSpPr/>
          <p:nvPr/>
        </p:nvGrpSpPr>
        <p:grpSpPr>
          <a:xfrm>
            <a:off x="2183172" y="3171846"/>
            <a:ext cx="366269" cy="359907"/>
            <a:chOff x="-60988625" y="2310475"/>
            <a:chExt cx="316650" cy="311150"/>
          </a:xfrm>
        </p:grpSpPr>
        <p:sp>
          <p:nvSpPr>
            <p:cNvPr id="8859" name="Google Shape;8859;p6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61"/>
          <p:cNvGrpSpPr/>
          <p:nvPr/>
        </p:nvGrpSpPr>
        <p:grpSpPr>
          <a:xfrm>
            <a:off x="2183634" y="3610009"/>
            <a:ext cx="365344" cy="368785"/>
            <a:chOff x="-60987050" y="2671400"/>
            <a:chExt cx="315850" cy="318825"/>
          </a:xfrm>
        </p:grpSpPr>
        <p:sp>
          <p:nvSpPr>
            <p:cNvPr id="8866" name="Google Shape;8866;p6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1"/>
          <p:cNvGrpSpPr/>
          <p:nvPr/>
        </p:nvGrpSpPr>
        <p:grpSpPr>
          <a:xfrm>
            <a:off x="3952500" y="3172771"/>
            <a:ext cx="368987" cy="358056"/>
            <a:chOff x="-59481900" y="2290800"/>
            <a:chExt cx="319000" cy="309550"/>
          </a:xfrm>
        </p:grpSpPr>
        <p:sp>
          <p:nvSpPr>
            <p:cNvPr id="8869" name="Google Shape;8869;p6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61"/>
          <p:cNvGrpSpPr/>
          <p:nvPr/>
        </p:nvGrpSpPr>
        <p:grpSpPr>
          <a:xfrm>
            <a:off x="1741805" y="1313544"/>
            <a:ext cx="368987" cy="366992"/>
            <a:chOff x="-64401400" y="1914475"/>
            <a:chExt cx="319000" cy="317275"/>
          </a:xfrm>
        </p:grpSpPr>
        <p:sp>
          <p:nvSpPr>
            <p:cNvPr id="8876" name="Google Shape;8876;p6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1"/>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61"/>
          <p:cNvGrpSpPr/>
          <p:nvPr/>
        </p:nvGrpSpPr>
        <p:grpSpPr>
          <a:xfrm>
            <a:off x="1806493" y="1794583"/>
            <a:ext cx="239610" cy="365517"/>
            <a:chOff x="-64343900" y="2282125"/>
            <a:chExt cx="207150" cy="316000"/>
          </a:xfrm>
        </p:grpSpPr>
        <p:sp>
          <p:nvSpPr>
            <p:cNvPr id="8880" name="Google Shape;8880;p6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2" name="Google Shape;8882;p61"/>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3" name="Google Shape;8883;p61"/>
          <p:cNvGrpSpPr/>
          <p:nvPr/>
        </p:nvGrpSpPr>
        <p:grpSpPr>
          <a:xfrm>
            <a:off x="3986941" y="1313804"/>
            <a:ext cx="318873" cy="366471"/>
            <a:chOff x="-62496925" y="1931475"/>
            <a:chExt cx="275675" cy="316825"/>
          </a:xfrm>
        </p:grpSpPr>
        <p:sp>
          <p:nvSpPr>
            <p:cNvPr id="8884" name="Google Shape;8884;p6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61"/>
          <p:cNvGrpSpPr/>
          <p:nvPr/>
        </p:nvGrpSpPr>
        <p:grpSpPr>
          <a:xfrm>
            <a:off x="3963691" y="1793629"/>
            <a:ext cx="365373" cy="367426"/>
            <a:chOff x="-62516625" y="2297875"/>
            <a:chExt cx="315875" cy="317650"/>
          </a:xfrm>
        </p:grpSpPr>
        <p:sp>
          <p:nvSpPr>
            <p:cNvPr id="8887" name="Google Shape;8887;p6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61"/>
          <p:cNvGrpSpPr/>
          <p:nvPr/>
        </p:nvGrpSpPr>
        <p:grpSpPr>
          <a:xfrm>
            <a:off x="3962332" y="2275588"/>
            <a:ext cx="368091" cy="334402"/>
            <a:chOff x="-62518200" y="2692475"/>
            <a:chExt cx="318225" cy="289100"/>
          </a:xfrm>
        </p:grpSpPr>
        <p:sp>
          <p:nvSpPr>
            <p:cNvPr id="8890" name="Google Shape;8890;p6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1"/>
          <p:cNvGrpSpPr/>
          <p:nvPr/>
        </p:nvGrpSpPr>
        <p:grpSpPr>
          <a:xfrm>
            <a:off x="2648986" y="2733112"/>
            <a:ext cx="309793" cy="365344"/>
            <a:chOff x="-60597975" y="1939525"/>
            <a:chExt cx="267825" cy="315850"/>
          </a:xfrm>
        </p:grpSpPr>
        <p:sp>
          <p:nvSpPr>
            <p:cNvPr id="8893" name="Google Shape;8893;p6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1"/>
          <p:cNvGrpSpPr/>
          <p:nvPr/>
        </p:nvGrpSpPr>
        <p:grpSpPr>
          <a:xfrm>
            <a:off x="2619389" y="3167537"/>
            <a:ext cx="368987" cy="368525"/>
            <a:chOff x="-60620800" y="2304600"/>
            <a:chExt cx="319000" cy="318600"/>
          </a:xfrm>
        </p:grpSpPr>
        <p:sp>
          <p:nvSpPr>
            <p:cNvPr id="8896" name="Google Shape;8896;p6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61"/>
          <p:cNvGrpSpPr/>
          <p:nvPr/>
        </p:nvGrpSpPr>
        <p:grpSpPr>
          <a:xfrm>
            <a:off x="2620748" y="3663188"/>
            <a:ext cx="366269" cy="262426"/>
            <a:chOff x="-60621600" y="2716100"/>
            <a:chExt cx="316650" cy="226875"/>
          </a:xfrm>
        </p:grpSpPr>
        <p:sp>
          <p:nvSpPr>
            <p:cNvPr id="8900" name="Google Shape;8900;p6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61"/>
          <p:cNvGrpSpPr/>
          <p:nvPr/>
        </p:nvGrpSpPr>
        <p:grpSpPr>
          <a:xfrm>
            <a:off x="3957965" y="3611281"/>
            <a:ext cx="358056" cy="366240"/>
            <a:chOff x="-59475600" y="2658625"/>
            <a:chExt cx="309550" cy="316625"/>
          </a:xfrm>
        </p:grpSpPr>
        <p:sp>
          <p:nvSpPr>
            <p:cNvPr id="8903" name="Google Shape;8903;p6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0" name="Google Shape;8910;p61"/>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1"/>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2" name="Google Shape;8912;p61"/>
          <p:cNvGrpSpPr/>
          <p:nvPr/>
        </p:nvGrpSpPr>
        <p:grpSpPr>
          <a:xfrm>
            <a:off x="2233086" y="2259206"/>
            <a:ext cx="263294" cy="367165"/>
            <a:chOff x="-63987100" y="2646800"/>
            <a:chExt cx="227625" cy="317425"/>
          </a:xfrm>
        </p:grpSpPr>
        <p:sp>
          <p:nvSpPr>
            <p:cNvPr id="8913" name="Google Shape;8913;p6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1"/>
          <p:cNvGrpSpPr/>
          <p:nvPr/>
        </p:nvGrpSpPr>
        <p:grpSpPr>
          <a:xfrm>
            <a:off x="852428" y="2730827"/>
            <a:ext cx="358056" cy="369913"/>
            <a:chOff x="-62148000" y="1930075"/>
            <a:chExt cx="309550" cy="319800"/>
          </a:xfrm>
        </p:grpSpPr>
        <p:sp>
          <p:nvSpPr>
            <p:cNvPr id="8916" name="Google Shape;8916;p6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1"/>
          <p:cNvGrpSpPr/>
          <p:nvPr/>
        </p:nvGrpSpPr>
        <p:grpSpPr>
          <a:xfrm>
            <a:off x="849695" y="3169113"/>
            <a:ext cx="363522" cy="365373"/>
            <a:chOff x="-62150375" y="2297875"/>
            <a:chExt cx="314275" cy="315875"/>
          </a:xfrm>
        </p:grpSpPr>
        <p:sp>
          <p:nvSpPr>
            <p:cNvPr id="8919" name="Google Shape;8919;p6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61"/>
          <p:cNvGrpSpPr/>
          <p:nvPr/>
        </p:nvGrpSpPr>
        <p:grpSpPr>
          <a:xfrm>
            <a:off x="848322" y="3610356"/>
            <a:ext cx="366269" cy="368091"/>
            <a:chOff x="-62150375" y="2664925"/>
            <a:chExt cx="316650" cy="318225"/>
          </a:xfrm>
        </p:grpSpPr>
        <p:sp>
          <p:nvSpPr>
            <p:cNvPr id="8925" name="Google Shape;8925;p6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61"/>
          <p:cNvGrpSpPr/>
          <p:nvPr/>
        </p:nvGrpSpPr>
        <p:grpSpPr>
          <a:xfrm>
            <a:off x="3065911" y="2731333"/>
            <a:ext cx="367165" cy="368901"/>
            <a:chOff x="-60254550" y="1938025"/>
            <a:chExt cx="317425" cy="318925"/>
          </a:xfrm>
        </p:grpSpPr>
        <p:sp>
          <p:nvSpPr>
            <p:cNvPr id="8930" name="Google Shape;8930;p6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61"/>
          <p:cNvGrpSpPr/>
          <p:nvPr/>
        </p:nvGrpSpPr>
        <p:grpSpPr>
          <a:xfrm>
            <a:off x="3094149" y="3609907"/>
            <a:ext cx="310690" cy="368987"/>
            <a:chOff x="-60232500" y="2671225"/>
            <a:chExt cx="268600" cy="319000"/>
          </a:xfrm>
        </p:grpSpPr>
        <p:sp>
          <p:nvSpPr>
            <p:cNvPr id="8935" name="Google Shape;8935;p6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61"/>
          <p:cNvGrpSpPr/>
          <p:nvPr/>
        </p:nvGrpSpPr>
        <p:grpSpPr>
          <a:xfrm>
            <a:off x="2179643" y="4058541"/>
            <a:ext cx="365373" cy="368987"/>
            <a:chOff x="-59100700" y="1911950"/>
            <a:chExt cx="315875" cy="319000"/>
          </a:xfrm>
        </p:grpSpPr>
        <p:sp>
          <p:nvSpPr>
            <p:cNvPr id="8938" name="Google Shape;8938;p6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61"/>
          <p:cNvGrpSpPr/>
          <p:nvPr/>
        </p:nvGrpSpPr>
        <p:grpSpPr>
          <a:xfrm>
            <a:off x="2621810" y="1314021"/>
            <a:ext cx="379918" cy="366038"/>
            <a:chOff x="-63665750" y="1914325"/>
            <a:chExt cx="328450" cy="316450"/>
          </a:xfrm>
        </p:grpSpPr>
        <p:sp>
          <p:nvSpPr>
            <p:cNvPr id="8949" name="Google Shape;8949;p6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1"/>
          <p:cNvGrpSpPr/>
          <p:nvPr/>
        </p:nvGrpSpPr>
        <p:grpSpPr>
          <a:xfrm>
            <a:off x="2626814" y="1793065"/>
            <a:ext cx="369913" cy="368554"/>
            <a:chOff x="-63666550" y="2278975"/>
            <a:chExt cx="319800" cy="318625"/>
          </a:xfrm>
        </p:grpSpPr>
        <p:sp>
          <p:nvSpPr>
            <p:cNvPr id="8952" name="Google Shape;8952;p6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61"/>
          <p:cNvGrpSpPr/>
          <p:nvPr/>
        </p:nvGrpSpPr>
        <p:grpSpPr>
          <a:xfrm>
            <a:off x="2624081" y="2259090"/>
            <a:ext cx="375378" cy="367397"/>
            <a:chOff x="-63669700" y="2646600"/>
            <a:chExt cx="324525" cy="317625"/>
          </a:xfrm>
        </p:grpSpPr>
        <p:sp>
          <p:nvSpPr>
            <p:cNvPr id="8955" name="Google Shape;8955;p6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1"/>
          <p:cNvGrpSpPr/>
          <p:nvPr/>
        </p:nvGrpSpPr>
        <p:grpSpPr>
          <a:xfrm>
            <a:off x="1286361" y="2732418"/>
            <a:ext cx="366269" cy="366732"/>
            <a:chOff x="-61784125" y="1931250"/>
            <a:chExt cx="316650" cy="317050"/>
          </a:xfrm>
        </p:grpSpPr>
        <p:sp>
          <p:nvSpPr>
            <p:cNvPr id="8958" name="Google Shape;8958;p6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61"/>
          <p:cNvGrpSpPr/>
          <p:nvPr/>
        </p:nvGrpSpPr>
        <p:grpSpPr>
          <a:xfrm>
            <a:off x="1286360" y="3168665"/>
            <a:ext cx="366269" cy="366269"/>
            <a:chOff x="-61783350" y="2297100"/>
            <a:chExt cx="316650" cy="316650"/>
          </a:xfrm>
        </p:grpSpPr>
        <p:sp>
          <p:nvSpPr>
            <p:cNvPr id="8963" name="Google Shape;8963;p6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61"/>
          <p:cNvGrpSpPr/>
          <p:nvPr/>
        </p:nvGrpSpPr>
        <p:grpSpPr>
          <a:xfrm>
            <a:off x="1286360" y="3609748"/>
            <a:ext cx="366269" cy="369305"/>
            <a:chOff x="-61782550" y="2664925"/>
            <a:chExt cx="316650" cy="319275"/>
          </a:xfrm>
        </p:grpSpPr>
        <p:sp>
          <p:nvSpPr>
            <p:cNvPr id="8966" name="Google Shape;8966;p6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61"/>
          <p:cNvGrpSpPr/>
          <p:nvPr/>
        </p:nvGrpSpPr>
        <p:grpSpPr>
          <a:xfrm>
            <a:off x="3508137" y="2741136"/>
            <a:ext cx="367165" cy="349294"/>
            <a:chOff x="-59889100" y="1945025"/>
            <a:chExt cx="317425" cy="301975"/>
          </a:xfrm>
        </p:grpSpPr>
        <p:sp>
          <p:nvSpPr>
            <p:cNvPr id="8970" name="Google Shape;8970;p6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61"/>
          <p:cNvGrpSpPr/>
          <p:nvPr/>
        </p:nvGrpSpPr>
        <p:grpSpPr>
          <a:xfrm>
            <a:off x="3040249" y="3168589"/>
            <a:ext cx="366648" cy="366420"/>
            <a:chOff x="6479471" y="2079003"/>
            <a:chExt cx="348923" cy="348706"/>
          </a:xfrm>
        </p:grpSpPr>
        <p:sp>
          <p:nvSpPr>
            <p:cNvPr id="8975" name="Google Shape;8975;p6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6" name="Google Shape;8976;p61"/>
            <p:cNvGrpSpPr/>
            <p:nvPr/>
          </p:nvGrpSpPr>
          <p:grpSpPr>
            <a:xfrm>
              <a:off x="6520582" y="2079003"/>
              <a:ext cx="307811" cy="348706"/>
              <a:chOff x="-60218325" y="2304850"/>
              <a:chExt cx="279625" cy="316775"/>
            </a:xfrm>
          </p:grpSpPr>
          <p:sp>
            <p:nvSpPr>
              <p:cNvPr id="8977" name="Google Shape;8977;p6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84" name="Google Shape;8984;p61"/>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5" name="Google Shape;8985;p61"/>
          <p:cNvGrpSpPr/>
          <p:nvPr/>
        </p:nvGrpSpPr>
        <p:grpSpPr>
          <a:xfrm>
            <a:off x="3507226" y="3611671"/>
            <a:ext cx="368987" cy="365459"/>
            <a:chOff x="-59889100" y="2671925"/>
            <a:chExt cx="319000" cy="315950"/>
          </a:xfrm>
        </p:grpSpPr>
        <p:sp>
          <p:nvSpPr>
            <p:cNvPr id="8986" name="Google Shape;8986;p6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61"/>
          <p:cNvGrpSpPr/>
          <p:nvPr/>
        </p:nvGrpSpPr>
        <p:grpSpPr>
          <a:xfrm>
            <a:off x="2620204" y="4054176"/>
            <a:ext cx="367165" cy="366269"/>
            <a:chOff x="-59092025" y="2296300"/>
            <a:chExt cx="317425" cy="316650"/>
          </a:xfrm>
        </p:grpSpPr>
        <p:sp>
          <p:nvSpPr>
            <p:cNvPr id="8991" name="Google Shape;8991;p6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61"/>
          <p:cNvGrpSpPr/>
          <p:nvPr/>
        </p:nvGrpSpPr>
        <p:grpSpPr>
          <a:xfrm>
            <a:off x="4865611" y="1305095"/>
            <a:ext cx="353174" cy="347599"/>
            <a:chOff x="683125" y="1955275"/>
            <a:chExt cx="299325" cy="294600"/>
          </a:xfrm>
        </p:grpSpPr>
        <p:sp>
          <p:nvSpPr>
            <p:cNvPr id="8994" name="Google Shape;8994;p61"/>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1"/>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1"/>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1"/>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61"/>
          <p:cNvGrpSpPr/>
          <p:nvPr/>
        </p:nvGrpSpPr>
        <p:grpSpPr>
          <a:xfrm>
            <a:off x="4866541" y="1755653"/>
            <a:ext cx="351315" cy="349486"/>
            <a:chOff x="685475" y="2318350"/>
            <a:chExt cx="297750" cy="296200"/>
          </a:xfrm>
        </p:grpSpPr>
        <p:sp>
          <p:nvSpPr>
            <p:cNvPr id="8999" name="Google Shape;8999;p61"/>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1"/>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1"/>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61"/>
          <p:cNvGrpSpPr/>
          <p:nvPr/>
        </p:nvGrpSpPr>
        <p:grpSpPr>
          <a:xfrm>
            <a:off x="7094699" y="1304859"/>
            <a:ext cx="309517" cy="348071"/>
            <a:chOff x="2523000" y="1954875"/>
            <a:chExt cx="262325" cy="295000"/>
          </a:xfrm>
        </p:grpSpPr>
        <p:sp>
          <p:nvSpPr>
            <p:cNvPr id="9003" name="Google Shape;9003;p61"/>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1"/>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61"/>
          <p:cNvGrpSpPr/>
          <p:nvPr/>
        </p:nvGrpSpPr>
        <p:grpSpPr>
          <a:xfrm>
            <a:off x="7073800" y="1756125"/>
            <a:ext cx="351315" cy="348542"/>
            <a:chOff x="2508825" y="2318350"/>
            <a:chExt cx="297750" cy="295400"/>
          </a:xfrm>
        </p:grpSpPr>
        <p:sp>
          <p:nvSpPr>
            <p:cNvPr id="9006" name="Google Shape;9006;p61"/>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1"/>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8" name="Google Shape;9008;p61"/>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9" name="Google Shape;9009;p61"/>
          <p:cNvGrpSpPr/>
          <p:nvPr/>
        </p:nvGrpSpPr>
        <p:grpSpPr>
          <a:xfrm>
            <a:off x="5747373" y="2670178"/>
            <a:ext cx="347599" cy="348513"/>
            <a:chOff x="4321150" y="1946600"/>
            <a:chExt cx="294600" cy="295375"/>
          </a:xfrm>
        </p:grpSpPr>
        <p:sp>
          <p:nvSpPr>
            <p:cNvPr id="9010" name="Google Shape;9010;p61"/>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1"/>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1"/>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3" name="Google Shape;9013;p61"/>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1"/>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1"/>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1"/>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7" name="Google Shape;9017;p61"/>
          <p:cNvGrpSpPr/>
          <p:nvPr/>
        </p:nvGrpSpPr>
        <p:grpSpPr>
          <a:xfrm>
            <a:off x="5309921" y="1756125"/>
            <a:ext cx="352230" cy="348542"/>
            <a:chOff x="1049375" y="2318350"/>
            <a:chExt cx="298525" cy="295400"/>
          </a:xfrm>
        </p:grpSpPr>
        <p:sp>
          <p:nvSpPr>
            <p:cNvPr id="9018" name="Google Shape;9018;p61"/>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1"/>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1"/>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1"/>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61"/>
          <p:cNvGrpSpPr/>
          <p:nvPr/>
        </p:nvGrpSpPr>
        <p:grpSpPr>
          <a:xfrm>
            <a:off x="5310393" y="2196576"/>
            <a:ext cx="351286" cy="351286"/>
            <a:chOff x="1049375" y="2680675"/>
            <a:chExt cx="297725" cy="297725"/>
          </a:xfrm>
        </p:grpSpPr>
        <p:sp>
          <p:nvSpPr>
            <p:cNvPr id="9023" name="Google Shape;9023;p61"/>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1"/>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61"/>
          <p:cNvGrpSpPr/>
          <p:nvPr/>
        </p:nvGrpSpPr>
        <p:grpSpPr>
          <a:xfrm>
            <a:off x="7523845" y="1304623"/>
            <a:ext cx="348513" cy="348542"/>
            <a:chOff x="2872725" y="1954475"/>
            <a:chExt cx="295375" cy="295400"/>
          </a:xfrm>
        </p:grpSpPr>
        <p:sp>
          <p:nvSpPr>
            <p:cNvPr id="9026" name="Google Shape;9026;p61"/>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1"/>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1"/>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1"/>
          <p:cNvGrpSpPr/>
          <p:nvPr/>
        </p:nvGrpSpPr>
        <p:grpSpPr>
          <a:xfrm>
            <a:off x="7545216" y="1755196"/>
            <a:ext cx="305771" cy="350401"/>
            <a:chOff x="2890050" y="2318350"/>
            <a:chExt cx="259150" cy="296975"/>
          </a:xfrm>
        </p:grpSpPr>
        <p:sp>
          <p:nvSpPr>
            <p:cNvPr id="9030" name="Google Shape;9030;p61"/>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1"/>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2" name="Google Shape;9032;p61"/>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3" name="Google Shape;9033;p61"/>
          <p:cNvGrpSpPr/>
          <p:nvPr/>
        </p:nvGrpSpPr>
        <p:grpSpPr>
          <a:xfrm>
            <a:off x="6187732" y="2670650"/>
            <a:ext cx="347569" cy="347569"/>
            <a:chOff x="4685050" y="1945825"/>
            <a:chExt cx="294575" cy="294575"/>
          </a:xfrm>
        </p:grpSpPr>
        <p:sp>
          <p:nvSpPr>
            <p:cNvPr id="9034" name="Google Shape;9034;p61"/>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1"/>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1"/>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1"/>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1"/>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9" name="Google Shape;9039;p61"/>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1"/>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1" name="Google Shape;9041;p61"/>
          <p:cNvGrpSpPr/>
          <p:nvPr/>
        </p:nvGrpSpPr>
        <p:grpSpPr>
          <a:xfrm>
            <a:off x="7958004" y="3159625"/>
            <a:ext cx="348513" cy="347599"/>
            <a:chOff x="6131900" y="2301825"/>
            <a:chExt cx="295375" cy="294600"/>
          </a:xfrm>
        </p:grpSpPr>
        <p:sp>
          <p:nvSpPr>
            <p:cNvPr id="9042" name="Google Shape;9042;p61"/>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1"/>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1"/>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1"/>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61"/>
          <p:cNvGrpSpPr/>
          <p:nvPr/>
        </p:nvGrpSpPr>
        <p:grpSpPr>
          <a:xfrm>
            <a:off x="5753997" y="1304166"/>
            <a:ext cx="351315" cy="349457"/>
            <a:chOff x="1412450" y="1954475"/>
            <a:chExt cx="297750" cy="296175"/>
          </a:xfrm>
        </p:grpSpPr>
        <p:sp>
          <p:nvSpPr>
            <p:cNvPr id="9047" name="Google Shape;9047;p61"/>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1"/>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9" name="Google Shape;9049;p61"/>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0" name="Google Shape;9050;p61"/>
          <p:cNvGrpSpPr/>
          <p:nvPr/>
        </p:nvGrpSpPr>
        <p:grpSpPr>
          <a:xfrm>
            <a:off x="5753997" y="2196694"/>
            <a:ext cx="351315" cy="351050"/>
            <a:chOff x="1413250" y="2680675"/>
            <a:chExt cx="297750" cy="297525"/>
          </a:xfrm>
        </p:grpSpPr>
        <p:sp>
          <p:nvSpPr>
            <p:cNvPr id="9051" name="Google Shape;9051;p61"/>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1"/>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1"/>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1"/>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5" name="Google Shape;9055;p61"/>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1"/>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1"/>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8" name="Google Shape;9058;p61"/>
          <p:cNvGrpSpPr/>
          <p:nvPr/>
        </p:nvGrpSpPr>
        <p:grpSpPr>
          <a:xfrm>
            <a:off x="6630407" y="2670311"/>
            <a:ext cx="350371" cy="348247"/>
            <a:chOff x="5045775" y="1946400"/>
            <a:chExt cx="296950" cy="295150"/>
          </a:xfrm>
        </p:grpSpPr>
        <p:sp>
          <p:nvSpPr>
            <p:cNvPr id="9059" name="Google Shape;9059;p61"/>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1"/>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61"/>
          <p:cNvGrpSpPr/>
          <p:nvPr/>
        </p:nvGrpSpPr>
        <p:grpSpPr>
          <a:xfrm>
            <a:off x="6629006" y="3179138"/>
            <a:ext cx="353174" cy="308573"/>
            <a:chOff x="5046550" y="2327025"/>
            <a:chExt cx="299325" cy="261525"/>
          </a:xfrm>
        </p:grpSpPr>
        <p:sp>
          <p:nvSpPr>
            <p:cNvPr id="9062" name="Google Shape;9062;p61"/>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1"/>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1"/>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5" name="Google Shape;9065;p61"/>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6" name="Google Shape;9066;p61"/>
          <p:cNvGrpSpPr/>
          <p:nvPr/>
        </p:nvGrpSpPr>
        <p:grpSpPr>
          <a:xfrm>
            <a:off x="7956604" y="3608476"/>
            <a:ext cx="351315" cy="348513"/>
            <a:chOff x="6167350" y="2672800"/>
            <a:chExt cx="297750" cy="295375"/>
          </a:xfrm>
        </p:grpSpPr>
        <p:sp>
          <p:nvSpPr>
            <p:cNvPr id="9067" name="Google Shape;9067;p61"/>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1"/>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1"/>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1"/>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1"/>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61"/>
          <p:cNvGrpSpPr/>
          <p:nvPr/>
        </p:nvGrpSpPr>
        <p:grpSpPr>
          <a:xfrm>
            <a:off x="6197601" y="1303709"/>
            <a:ext cx="347599" cy="350371"/>
            <a:chOff x="1777925" y="1953700"/>
            <a:chExt cx="294600" cy="296950"/>
          </a:xfrm>
        </p:grpSpPr>
        <p:sp>
          <p:nvSpPr>
            <p:cNvPr id="9073" name="Google Shape;9073;p61"/>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1"/>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1"/>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1"/>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61"/>
          <p:cNvGrpSpPr/>
          <p:nvPr/>
        </p:nvGrpSpPr>
        <p:grpSpPr>
          <a:xfrm>
            <a:off x="6213411" y="1756597"/>
            <a:ext cx="315977" cy="347599"/>
            <a:chOff x="1790525" y="2319150"/>
            <a:chExt cx="267800" cy="294600"/>
          </a:xfrm>
        </p:grpSpPr>
        <p:sp>
          <p:nvSpPr>
            <p:cNvPr id="9078" name="Google Shape;9078;p61"/>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1"/>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0" name="Google Shape;9080;p61"/>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1" name="Google Shape;9081;p61"/>
          <p:cNvGrpSpPr/>
          <p:nvPr/>
        </p:nvGrpSpPr>
        <p:grpSpPr>
          <a:xfrm>
            <a:off x="4866386" y="2670163"/>
            <a:ext cx="349457" cy="348542"/>
            <a:chOff x="3599700" y="1954475"/>
            <a:chExt cx="296175" cy="295400"/>
          </a:xfrm>
        </p:grpSpPr>
        <p:sp>
          <p:nvSpPr>
            <p:cNvPr id="9082" name="Google Shape;9082;p61"/>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1"/>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1"/>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1"/>
          <p:cNvGrpSpPr/>
          <p:nvPr/>
        </p:nvGrpSpPr>
        <p:grpSpPr>
          <a:xfrm>
            <a:off x="4867316" y="3159626"/>
            <a:ext cx="347599" cy="347599"/>
            <a:chOff x="3601275" y="2319150"/>
            <a:chExt cx="294600" cy="294600"/>
          </a:xfrm>
        </p:grpSpPr>
        <p:sp>
          <p:nvSpPr>
            <p:cNvPr id="9086" name="Google Shape;9086;p61"/>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1"/>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8" name="Google Shape;9088;p61"/>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9" name="Google Shape;9089;p61"/>
          <p:cNvGrpSpPr/>
          <p:nvPr/>
        </p:nvGrpSpPr>
        <p:grpSpPr>
          <a:xfrm>
            <a:off x="7087019" y="2669721"/>
            <a:ext cx="328071" cy="349427"/>
            <a:chOff x="5421475" y="1945825"/>
            <a:chExt cx="278050" cy="296150"/>
          </a:xfrm>
        </p:grpSpPr>
        <p:sp>
          <p:nvSpPr>
            <p:cNvPr id="9090" name="Google Shape;9090;p61"/>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1"/>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1"/>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1"/>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1"/>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1"/>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1"/>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1"/>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8" name="Google Shape;9098;p61"/>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9" name="Google Shape;9099;p61"/>
          <p:cNvGrpSpPr/>
          <p:nvPr/>
        </p:nvGrpSpPr>
        <p:grpSpPr>
          <a:xfrm>
            <a:off x="7075869" y="3670273"/>
            <a:ext cx="350371" cy="224918"/>
            <a:chOff x="5411225" y="2726350"/>
            <a:chExt cx="296950" cy="190625"/>
          </a:xfrm>
        </p:grpSpPr>
        <p:sp>
          <p:nvSpPr>
            <p:cNvPr id="9100" name="Google Shape;9100;p61"/>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1"/>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61"/>
          <p:cNvGrpSpPr/>
          <p:nvPr/>
        </p:nvGrpSpPr>
        <p:grpSpPr>
          <a:xfrm>
            <a:off x="6185904" y="4059546"/>
            <a:ext cx="351286" cy="326390"/>
            <a:chOff x="6524150" y="1938725"/>
            <a:chExt cx="297725" cy="276625"/>
          </a:xfrm>
        </p:grpSpPr>
        <p:sp>
          <p:nvSpPr>
            <p:cNvPr id="9103" name="Google Shape;9103;p61"/>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1"/>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1"/>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1"/>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61"/>
          <p:cNvGrpSpPr/>
          <p:nvPr/>
        </p:nvGrpSpPr>
        <p:grpSpPr>
          <a:xfrm>
            <a:off x="6631047" y="1756007"/>
            <a:ext cx="363380" cy="348778"/>
            <a:chOff x="2140225" y="2318650"/>
            <a:chExt cx="307975" cy="295600"/>
          </a:xfrm>
        </p:grpSpPr>
        <p:sp>
          <p:nvSpPr>
            <p:cNvPr id="9108" name="Google Shape;9108;p61"/>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1"/>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61"/>
          <p:cNvGrpSpPr/>
          <p:nvPr/>
        </p:nvGrpSpPr>
        <p:grpSpPr>
          <a:xfrm>
            <a:off x="6636607" y="2197505"/>
            <a:ext cx="352259" cy="349427"/>
            <a:chOff x="2139425" y="2682250"/>
            <a:chExt cx="298550" cy="296150"/>
          </a:xfrm>
        </p:grpSpPr>
        <p:sp>
          <p:nvSpPr>
            <p:cNvPr id="9111" name="Google Shape;9111;p61"/>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1"/>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1"/>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1"/>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1"/>
          <p:cNvGrpSpPr/>
          <p:nvPr/>
        </p:nvGrpSpPr>
        <p:grpSpPr>
          <a:xfrm>
            <a:off x="5301219" y="2711991"/>
            <a:ext cx="350401" cy="264888"/>
            <a:chOff x="3962775" y="1990700"/>
            <a:chExt cx="296975" cy="224500"/>
          </a:xfrm>
        </p:grpSpPr>
        <p:sp>
          <p:nvSpPr>
            <p:cNvPr id="9116" name="Google Shape;9116;p61"/>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1"/>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1"/>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1"/>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61"/>
          <p:cNvGrpSpPr/>
          <p:nvPr/>
        </p:nvGrpSpPr>
        <p:grpSpPr>
          <a:xfrm>
            <a:off x="5301691" y="3158697"/>
            <a:ext cx="349457" cy="349457"/>
            <a:chOff x="3963575" y="2317575"/>
            <a:chExt cx="296175" cy="296175"/>
          </a:xfrm>
        </p:grpSpPr>
        <p:sp>
          <p:nvSpPr>
            <p:cNvPr id="9121" name="Google Shape;9121;p61"/>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1"/>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1"/>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1"/>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1"/>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1"/>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1"/>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1"/>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1"/>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1"/>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1"/>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1"/>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1"/>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1"/>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1"/>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1"/>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61"/>
          <p:cNvGrpSpPr/>
          <p:nvPr/>
        </p:nvGrpSpPr>
        <p:grpSpPr>
          <a:xfrm>
            <a:off x="5301691" y="3608476"/>
            <a:ext cx="349457" cy="348513"/>
            <a:chOff x="3962775" y="2683025"/>
            <a:chExt cx="296175" cy="295375"/>
          </a:xfrm>
        </p:grpSpPr>
        <p:sp>
          <p:nvSpPr>
            <p:cNvPr id="9138" name="Google Shape;9138;p61"/>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1"/>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1"/>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1" name="Google Shape;9141;p61"/>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2" name="Google Shape;9142;p61"/>
          <p:cNvGrpSpPr/>
          <p:nvPr/>
        </p:nvGrpSpPr>
        <p:grpSpPr>
          <a:xfrm>
            <a:off x="7516228" y="3159168"/>
            <a:ext cx="348513" cy="348513"/>
            <a:chOff x="5775900" y="2308125"/>
            <a:chExt cx="295375" cy="295375"/>
          </a:xfrm>
        </p:grpSpPr>
        <p:sp>
          <p:nvSpPr>
            <p:cNvPr id="9143" name="Google Shape;9143;p61"/>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1"/>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1"/>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1"/>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1"/>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61"/>
          <p:cNvGrpSpPr/>
          <p:nvPr/>
        </p:nvGrpSpPr>
        <p:grpSpPr>
          <a:xfrm>
            <a:off x="7537142" y="3608004"/>
            <a:ext cx="306686" cy="349457"/>
            <a:chOff x="5794025" y="2673575"/>
            <a:chExt cx="259925" cy="296175"/>
          </a:xfrm>
        </p:grpSpPr>
        <p:sp>
          <p:nvSpPr>
            <p:cNvPr id="9149" name="Google Shape;9149;p61"/>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1"/>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1" name="Google Shape;9151;p61"/>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1"/>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3" name="Google Shape;9153;p61"/>
          <p:cNvGrpSpPr/>
          <p:nvPr/>
        </p:nvGrpSpPr>
        <p:grpSpPr>
          <a:xfrm>
            <a:off x="6637536" y="1304166"/>
            <a:ext cx="350401" cy="349457"/>
            <a:chOff x="2141000" y="1954475"/>
            <a:chExt cx="296975" cy="296175"/>
          </a:xfrm>
        </p:grpSpPr>
        <p:sp>
          <p:nvSpPr>
            <p:cNvPr id="9154" name="Google Shape;9154;p61"/>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1"/>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1"/>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1"/>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61" name="Shape 9161"/>
        <p:cNvGrpSpPr/>
        <p:nvPr/>
      </p:nvGrpSpPr>
      <p:grpSpPr>
        <a:xfrm>
          <a:off x="0" y="0"/>
          <a:ext cx="0" cy="0"/>
          <a:chOff x="0" y="0"/>
          <a:chExt cx="0" cy="0"/>
        </a:xfrm>
      </p:grpSpPr>
      <p:sp>
        <p:nvSpPr>
          <p:cNvPr id="9162" name="Google Shape;9162;p62"/>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163" name="Google Shape;9163;p62"/>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164" name="Google Shape;9164;p62"/>
          <p:cNvGrpSpPr/>
          <p:nvPr/>
        </p:nvGrpSpPr>
        <p:grpSpPr>
          <a:xfrm>
            <a:off x="882957" y="1306638"/>
            <a:ext cx="292442" cy="355741"/>
            <a:chOff x="-35830350" y="1912725"/>
            <a:chExt cx="241050" cy="293225"/>
          </a:xfrm>
        </p:grpSpPr>
        <p:sp>
          <p:nvSpPr>
            <p:cNvPr id="9165" name="Google Shape;9165;p6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2"/>
          <p:cNvGrpSpPr/>
          <p:nvPr/>
        </p:nvGrpSpPr>
        <p:grpSpPr>
          <a:xfrm>
            <a:off x="851444" y="1766235"/>
            <a:ext cx="355468" cy="353587"/>
            <a:chOff x="-35854750" y="2272675"/>
            <a:chExt cx="293000" cy="291450"/>
          </a:xfrm>
        </p:grpSpPr>
        <p:sp>
          <p:nvSpPr>
            <p:cNvPr id="9168" name="Google Shape;9168;p6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62"/>
          <p:cNvGrpSpPr/>
          <p:nvPr/>
        </p:nvGrpSpPr>
        <p:grpSpPr>
          <a:xfrm>
            <a:off x="850958" y="2220821"/>
            <a:ext cx="356438" cy="354558"/>
            <a:chOff x="-35853975" y="2631825"/>
            <a:chExt cx="293800" cy="292250"/>
          </a:xfrm>
        </p:grpSpPr>
        <p:sp>
          <p:nvSpPr>
            <p:cNvPr id="9172" name="Google Shape;9172;p6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62"/>
          <p:cNvGrpSpPr/>
          <p:nvPr/>
        </p:nvGrpSpPr>
        <p:grpSpPr>
          <a:xfrm>
            <a:off x="3089562" y="1307714"/>
            <a:ext cx="353587" cy="353587"/>
            <a:chOff x="-34032200" y="1916675"/>
            <a:chExt cx="291450" cy="291450"/>
          </a:xfrm>
        </p:grpSpPr>
        <p:sp>
          <p:nvSpPr>
            <p:cNvPr id="9178" name="Google Shape;9178;p6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2" name="Google Shape;9182;p62"/>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3" name="Google Shape;9183;p62"/>
          <p:cNvGrpSpPr/>
          <p:nvPr/>
        </p:nvGrpSpPr>
        <p:grpSpPr>
          <a:xfrm>
            <a:off x="3089092" y="2220821"/>
            <a:ext cx="354527" cy="354558"/>
            <a:chOff x="-34032200" y="2634975"/>
            <a:chExt cx="292225" cy="292250"/>
          </a:xfrm>
        </p:grpSpPr>
        <p:sp>
          <p:nvSpPr>
            <p:cNvPr id="9184" name="Google Shape;9184;p6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62"/>
          <p:cNvGrpSpPr/>
          <p:nvPr/>
        </p:nvGrpSpPr>
        <p:grpSpPr>
          <a:xfrm>
            <a:off x="1739487" y="2687069"/>
            <a:ext cx="358379" cy="354527"/>
            <a:chOff x="-32245875" y="1938725"/>
            <a:chExt cx="295400" cy="292225"/>
          </a:xfrm>
        </p:grpSpPr>
        <p:sp>
          <p:nvSpPr>
            <p:cNvPr id="9188" name="Google Shape;9188;p6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2"/>
          <p:cNvGrpSpPr/>
          <p:nvPr/>
        </p:nvGrpSpPr>
        <p:grpSpPr>
          <a:xfrm>
            <a:off x="1736150" y="3156468"/>
            <a:ext cx="365052" cy="352162"/>
            <a:chOff x="-32243500" y="2299850"/>
            <a:chExt cx="300900" cy="290275"/>
          </a:xfrm>
        </p:grpSpPr>
        <p:sp>
          <p:nvSpPr>
            <p:cNvPr id="9192" name="Google Shape;9192;p6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4" name="Google Shape;9194;p62"/>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5" name="Google Shape;9195;p62"/>
          <p:cNvGrpSpPr/>
          <p:nvPr/>
        </p:nvGrpSpPr>
        <p:grpSpPr>
          <a:xfrm>
            <a:off x="1299432" y="1306759"/>
            <a:ext cx="354527" cy="355498"/>
            <a:chOff x="-35495600" y="1912725"/>
            <a:chExt cx="292225" cy="293025"/>
          </a:xfrm>
        </p:grpSpPr>
        <p:sp>
          <p:nvSpPr>
            <p:cNvPr id="9196" name="Google Shape;9196;p6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9" name="Google Shape;9199;p62"/>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0" name="Google Shape;9200;p62"/>
          <p:cNvGrpSpPr/>
          <p:nvPr/>
        </p:nvGrpSpPr>
        <p:grpSpPr>
          <a:xfrm>
            <a:off x="1299432" y="2221307"/>
            <a:ext cx="354527" cy="353587"/>
            <a:chOff x="-35495600" y="2631825"/>
            <a:chExt cx="292225" cy="291450"/>
          </a:xfrm>
        </p:grpSpPr>
        <p:sp>
          <p:nvSpPr>
            <p:cNvPr id="9201" name="Google Shape;9201;p6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62"/>
          <p:cNvGrpSpPr/>
          <p:nvPr/>
        </p:nvGrpSpPr>
        <p:grpSpPr>
          <a:xfrm>
            <a:off x="3537081" y="1307714"/>
            <a:ext cx="353587" cy="353587"/>
            <a:chOff x="-33673825" y="1916675"/>
            <a:chExt cx="291450" cy="291450"/>
          </a:xfrm>
        </p:grpSpPr>
        <p:sp>
          <p:nvSpPr>
            <p:cNvPr id="9206" name="Google Shape;9206;p6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62"/>
          <p:cNvGrpSpPr/>
          <p:nvPr/>
        </p:nvGrpSpPr>
        <p:grpSpPr>
          <a:xfrm>
            <a:off x="3534700" y="1765295"/>
            <a:ext cx="358349" cy="355468"/>
            <a:chOff x="-33676975" y="2275050"/>
            <a:chExt cx="295375" cy="293000"/>
          </a:xfrm>
        </p:grpSpPr>
        <p:sp>
          <p:nvSpPr>
            <p:cNvPr id="9211" name="Google Shape;9211;p6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2"/>
          <p:cNvGrpSpPr/>
          <p:nvPr/>
        </p:nvGrpSpPr>
        <p:grpSpPr>
          <a:xfrm>
            <a:off x="3537081" y="2220594"/>
            <a:ext cx="353587" cy="355013"/>
            <a:chOff x="-33673825" y="2634975"/>
            <a:chExt cx="291450" cy="292625"/>
          </a:xfrm>
        </p:grpSpPr>
        <p:sp>
          <p:nvSpPr>
            <p:cNvPr id="9215" name="Google Shape;9215;p6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62"/>
          <p:cNvGrpSpPr/>
          <p:nvPr/>
        </p:nvGrpSpPr>
        <p:grpSpPr>
          <a:xfrm>
            <a:off x="2205089" y="2687509"/>
            <a:ext cx="329687" cy="353648"/>
            <a:chOff x="-31874100" y="1939525"/>
            <a:chExt cx="271750" cy="291500"/>
          </a:xfrm>
        </p:grpSpPr>
        <p:sp>
          <p:nvSpPr>
            <p:cNvPr id="9218" name="Google Shape;9218;p6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0" name="Google Shape;9220;p62"/>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1" name="Google Shape;9221;p62"/>
          <p:cNvGrpSpPr/>
          <p:nvPr/>
        </p:nvGrpSpPr>
        <p:grpSpPr>
          <a:xfrm>
            <a:off x="2186451" y="3616531"/>
            <a:ext cx="366963" cy="352768"/>
            <a:chOff x="-31889075" y="2658950"/>
            <a:chExt cx="302475" cy="290775"/>
          </a:xfrm>
        </p:grpSpPr>
        <p:sp>
          <p:nvSpPr>
            <p:cNvPr id="9222" name="Google Shape;9222;p6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4" name="Google Shape;9224;p62"/>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5" name="Google Shape;9225;p62"/>
          <p:cNvGrpSpPr/>
          <p:nvPr/>
        </p:nvGrpSpPr>
        <p:grpSpPr>
          <a:xfrm>
            <a:off x="1747421" y="1306759"/>
            <a:ext cx="354527" cy="355498"/>
            <a:chOff x="-35136450" y="1912725"/>
            <a:chExt cx="292225" cy="293025"/>
          </a:xfrm>
        </p:grpSpPr>
        <p:sp>
          <p:nvSpPr>
            <p:cNvPr id="9226" name="Google Shape;9226;p6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62"/>
          <p:cNvGrpSpPr/>
          <p:nvPr/>
        </p:nvGrpSpPr>
        <p:grpSpPr>
          <a:xfrm>
            <a:off x="1747891" y="1765978"/>
            <a:ext cx="353587" cy="354103"/>
            <a:chOff x="-35134875" y="2272675"/>
            <a:chExt cx="291450" cy="291875"/>
          </a:xfrm>
        </p:grpSpPr>
        <p:sp>
          <p:nvSpPr>
            <p:cNvPr id="9230" name="Google Shape;9230;p6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62"/>
          <p:cNvGrpSpPr/>
          <p:nvPr/>
        </p:nvGrpSpPr>
        <p:grpSpPr>
          <a:xfrm>
            <a:off x="1789458" y="2221307"/>
            <a:ext cx="270453" cy="353587"/>
            <a:chOff x="-35101800" y="2631050"/>
            <a:chExt cx="222925" cy="291450"/>
          </a:xfrm>
        </p:grpSpPr>
        <p:sp>
          <p:nvSpPr>
            <p:cNvPr id="9235" name="Google Shape;9235;p6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9" name="Google Shape;9239;p62"/>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0" name="Google Shape;9240;p62"/>
          <p:cNvGrpSpPr/>
          <p:nvPr/>
        </p:nvGrpSpPr>
        <p:grpSpPr>
          <a:xfrm>
            <a:off x="3977510" y="1765295"/>
            <a:ext cx="353587" cy="355468"/>
            <a:chOff x="-33314675" y="2275050"/>
            <a:chExt cx="291450" cy="293000"/>
          </a:xfrm>
        </p:grpSpPr>
        <p:sp>
          <p:nvSpPr>
            <p:cNvPr id="9241" name="Google Shape;9241;p6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4" name="Google Shape;9244;p62"/>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5" name="Google Shape;9245;p62"/>
          <p:cNvGrpSpPr/>
          <p:nvPr/>
        </p:nvGrpSpPr>
        <p:grpSpPr>
          <a:xfrm>
            <a:off x="2639701" y="2687555"/>
            <a:ext cx="353587" cy="353557"/>
            <a:chOff x="-31523625" y="1939525"/>
            <a:chExt cx="291450" cy="291425"/>
          </a:xfrm>
        </p:grpSpPr>
        <p:sp>
          <p:nvSpPr>
            <p:cNvPr id="9246" name="Google Shape;9246;p6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62"/>
          <p:cNvGrpSpPr/>
          <p:nvPr/>
        </p:nvGrpSpPr>
        <p:grpSpPr>
          <a:xfrm>
            <a:off x="2638746" y="3155755"/>
            <a:ext cx="355498" cy="353587"/>
            <a:chOff x="-31523625" y="2298675"/>
            <a:chExt cx="293025" cy="291450"/>
          </a:xfrm>
        </p:grpSpPr>
        <p:sp>
          <p:nvSpPr>
            <p:cNvPr id="9258" name="Google Shape;9258;p6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1" name="Google Shape;9261;p62"/>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2"/>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3" name="Google Shape;9263;p62"/>
          <p:cNvGrpSpPr/>
          <p:nvPr/>
        </p:nvGrpSpPr>
        <p:grpSpPr>
          <a:xfrm>
            <a:off x="2205934" y="1307729"/>
            <a:ext cx="331598" cy="353557"/>
            <a:chOff x="-34767825" y="1914325"/>
            <a:chExt cx="273325" cy="291425"/>
          </a:xfrm>
        </p:grpSpPr>
        <p:sp>
          <p:nvSpPr>
            <p:cNvPr id="9264" name="Google Shape;9264;p6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62"/>
          <p:cNvGrpSpPr/>
          <p:nvPr/>
        </p:nvGrpSpPr>
        <p:grpSpPr>
          <a:xfrm>
            <a:off x="2193513" y="1765280"/>
            <a:ext cx="356438" cy="355498"/>
            <a:chOff x="-34778075" y="2272675"/>
            <a:chExt cx="293800" cy="293025"/>
          </a:xfrm>
        </p:grpSpPr>
        <p:sp>
          <p:nvSpPr>
            <p:cNvPr id="9268" name="Google Shape;9268;p6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62"/>
          <p:cNvGrpSpPr/>
          <p:nvPr/>
        </p:nvGrpSpPr>
        <p:grpSpPr>
          <a:xfrm>
            <a:off x="2194939" y="2221307"/>
            <a:ext cx="353587" cy="353587"/>
            <a:chOff x="-34776500" y="2631825"/>
            <a:chExt cx="291450" cy="291450"/>
          </a:xfrm>
        </p:grpSpPr>
        <p:sp>
          <p:nvSpPr>
            <p:cNvPr id="9272" name="Google Shape;9272;p6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62"/>
          <p:cNvGrpSpPr/>
          <p:nvPr/>
        </p:nvGrpSpPr>
        <p:grpSpPr>
          <a:xfrm>
            <a:off x="853628" y="2685160"/>
            <a:ext cx="354527" cy="358349"/>
            <a:chOff x="-32956300" y="1915900"/>
            <a:chExt cx="292225" cy="295375"/>
          </a:xfrm>
        </p:grpSpPr>
        <p:sp>
          <p:nvSpPr>
            <p:cNvPr id="9276" name="Google Shape;9276;p6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8" name="Google Shape;9278;p62"/>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2"/>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0" name="Google Shape;9280;p62"/>
          <p:cNvGrpSpPr/>
          <p:nvPr/>
        </p:nvGrpSpPr>
        <p:grpSpPr>
          <a:xfrm>
            <a:off x="3081101" y="2687555"/>
            <a:ext cx="356438" cy="353557"/>
            <a:chOff x="-31166825" y="1939525"/>
            <a:chExt cx="293800" cy="291425"/>
          </a:xfrm>
        </p:grpSpPr>
        <p:sp>
          <p:nvSpPr>
            <p:cNvPr id="9281" name="Google Shape;9281;p6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62"/>
          <p:cNvGrpSpPr/>
          <p:nvPr/>
        </p:nvGrpSpPr>
        <p:grpSpPr>
          <a:xfrm>
            <a:off x="3082057" y="3155482"/>
            <a:ext cx="354527" cy="354133"/>
            <a:chOff x="-31165250" y="2298675"/>
            <a:chExt cx="292225" cy="291900"/>
          </a:xfrm>
        </p:grpSpPr>
        <p:sp>
          <p:nvSpPr>
            <p:cNvPr id="9293" name="Google Shape;9293;p6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62"/>
          <p:cNvGrpSpPr/>
          <p:nvPr/>
        </p:nvGrpSpPr>
        <p:grpSpPr>
          <a:xfrm>
            <a:off x="3082542" y="3616136"/>
            <a:ext cx="353557" cy="353557"/>
            <a:chOff x="-31164450" y="2657050"/>
            <a:chExt cx="291425" cy="291425"/>
          </a:xfrm>
        </p:grpSpPr>
        <p:sp>
          <p:nvSpPr>
            <p:cNvPr id="9297" name="Google Shape;9297;p6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1" name="Google Shape;9301;p62"/>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2" name="Google Shape;9302;p62"/>
          <p:cNvGrpSpPr/>
          <p:nvPr/>
        </p:nvGrpSpPr>
        <p:grpSpPr>
          <a:xfrm>
            <a:off x="2632987" y="1307366"/>
            <a:ext cx="358349" cy="354285"/>
            <a:chOff x="-34421275" y="1912725"/>
            <a:chExt cx="295375" cy="292025"/>
          </a:xfrm>
        </p:grpSpPr>
        <p:sp>
          <p:nvSpPr>
            <p:cNvPr id="9303" name="Google Shape;9303;p6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62"/>
          <p:cNvGrpSpPr/>
          <p:nvPr/>
        </p:nvGrpSpPr>
        <p:grpSpPr>
          <a:xfrm>
            <a:off x="2632032" y="1765280"/>
            <a:ext cx="360260" cy="355498"/>
            <a:chOff x="-34418125" y="2271100"/>
            <a:chExt cx="296950" cy="293025"/>
          </a:xfrm>
        </p:grpSpPr>
        <p:sp>
          <p:nvSpPr>
            <p:cNvPr id="9306" name="Google Shape;9306;p6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62"/>
          <p:cNvGrpSpPr/>
          <p:nvPr/>
        </p:nvGrpSpPr>
        <p:grpSpPr>
          <a:xfrm>
            <a:off x="2632987" y="2221307"/>
            <a:ext cx="358349" cy="353587"/>
            <a:chOff x="-34421275" y="2631050"/>
            <a:chExt cx="295375" cy="291450"/>
          </a:xfrm>
        </p:grpSpPr>
        <p:sp>
          <p:nvSpPr>
            <p:cNvPr id="9312" name="Google Shape;9312;p6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6" name="Google Shape;9316;p62"/>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2"/>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2"/>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9" name="Google Shape;9319;p62"/>
          <p:cNvGrpSpPr/>
          <p:nvPr/>
        </p:nvGrpSpPr>
        <p:grpSpPr>
          <a:xfrm>
            <a:off x="3537620" y="2688025"/>
            <a:ext cx="353587" cy="352617"/>
            <a:chOff x="-30805300" y="1938725"/>
            <a:chExt cx="291450" cy="290650"/>
          </a:xfrm>
        </p:grpSpPr>
        <p:sp>
          <p:nvSpPr>
            <p:cNvPr id="9320" name="Google Shape;9320;p6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62"/>
          <p:cNvGrpSpPr/>
          <p:nvPr/>
        </p:nvGrpSpPr>
        <p:grpSpPr>
          <a:xfrm>
            <a:off x="3538105" y="3155952"/>
            <a:ext cx="352617" cy="353193"/>
            <a:chOff x="-30805300" y="2298675"/>
            <a:chExt cx="290650" cy="291125"/>
          </a:xfrm>
        </p:grpSpPr>
        <p:sp>
          <p:nvSpPr>
            <p:cNvPr id="9323" name="Google Shape;9323;p6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62"/>
          <p:cNvGrpSpPr/>
          <p:nvPr/>
        </p:nvGrpSpPr>
        <p:grpSpPr>
          <a:xfrm>
            <a:off x="3537635" y="3616136"/>
            <a:ext cx="353557" cy="353557"/>
            <a:chOff x="-30806075" y="2657050"/>
            <a:chExt cx="291425" cy="291425"/>
          </a:xfrm>
        </p:grpSpPr>
        <p:sp>
          <p:nvSpPr>
            <p:cNvPr id="9328" name="Google Shape;9328;p6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62"/>
          <p:cNvGrpSpPr/>
          <p:nvPr/>
        </p:nvGrpSpPr>
        <p:grpSpPr>
          <a:xfrm>
            <a:off x="2639681" y="4073943"/>
            <a:ext cx="353557" cy="353557"/>
            <a:chOff x="-30064925" y="2332550"/>
            <a:chExt cx="291425" cy="291425"/>
          </a:xfrm>
        </p:grpSpPr>
        <p:sp>
          <p:nvSpPr>
            <p:cNvPr id="9332" name="Google Shape;9332;p6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62"/>
          <p:cNvGrpSpPr/>
          <p:nvPr/>
        </p:nvGrpSpPr>
        <p:grpSpPr>
          <a:xfrm>
            <a:off x="3983068" y="2683443"/>
            <a:ext cx="348855" cy="347879"/>
            <a:chOff x="2821450" y="2957850"/>
            <a:chExt cx="259275" cy="258550"/>
          </a:xfrm>
        </p:grpSpPr>
        <p:sp>
          <p:nvSpPr>
            <p:cNvPr id="9336" name="Google Shape;9336;p6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339" name="Google Shape;9339;p62"/>
          <p:cNvGrpSpPr/>
          <p:nvPr/>
        </p:nvGrpSpPr>
        <p:grpSpPr>
          <a:xfrm>
            <a:off x="4858100" y="1304461"/>
            <a:ext cx="361090" cy="361090"/>
            <a:chOff x="-57970450" y="1903275"/>
            <a:chExt cx="318225" cy="318225"/>
          </a:xfrm>
        </p:grpSpPr>
        <p:sp>
          <p:nvSpPr>
            <p:cNvPr id="9340" name="Google Shape;9340;p6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62"/>
          <p:cNvGrpSpPr/>
          <p:nvPr/>
        </p:nvGrpSpPr>
        <p:grpSpPr>
          <a:xfrm>
            <a:off x="4880000" y="1780418"/>
            <a:ext cx="317290" cy="359303"/>
            <a:chOff x="-57950750" y="2296300"/>
            <a:chExt cx="279625" cy="316650"/>
          </a:xfrm>
        </p:grpSpPr>
        <p:sp>
          <p:nvSpPr>
            <p:cNvPr id="9345" name="Google Shape;9345;p6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62"/>
          <p:cNvGrpSpPr/>
          <p:nvPr/>
        </p:nvGrpSpPr>
        <p:grpSpPr>
          <a:xfrm>
            <a:off x="4858214" y="2232094"/>
            <a:ext cx="360863" cy="360211"/>
            <a:chOff x="-57969675" y="2687750"/>
            <a:chExt cx="318025" cy="317450"/>
          </a:xfrm>
        </p:grpSpPr>
        <p:sp>
          <p:nvSpPr>
            <p:cNvPr id="9350" name="Google Shape;9350;p6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62"/>
          <p:cNvGrpSpPr/>
          <p:nvPr/>
        </p:nvGrpSpPr>
        <p:grpSpPr>
          <a:xfrm>
            <a:off x="7067397" y="1304461"/>
            <a:ext cx="363785" cy="361090"/>
            <a:chOff x="-56012425" y="1903275"/>
            <a:chExt cx="320600" cy="318225"/>
          </a:xfrm>
        </p:grpSpPr>
        <p:sp>
          <p:nvSpPr>
            <p:cNvPr id="9355" name="Google Shape;9355;p6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62"/>
          <p:cNvGrpSpPr/>
          <p:nvPr/>
        </p:nvGrpSpPr>
        <p:grpSpPr>
          <a:xfrm>
            <a:off x="7068290" y="1778631"/>
            <a:ext cx="361998" cy="361998"/>
            <a:chOff x="-56010850" y="2294725"/>
            <a:chExt cx="319025" cy="319025"/>
          </a:xfrm>
        </p:grpSpPr>
        <p:sp>
          <p:nvSpPr>
            <p:cNvPr id="9358" name="Google Shape;9358;p6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62"/>
          <p:cNvGrpSpPr/>
          <p:nvPr/>
        </p:nvGrpSpPr>
        <p:grpSpPr>
          <a:xfrm>
            <a:off x="7068305" y="2231215"/>
            <a:ext cx="361969" cy="361090"/>
            <a:chOff x="-56010050" y="2686975"/>
            <a:chExt cx="319000" cy="318225"/>
          </a:xfrm>
        </p:grpSpPr>
        <p:sp>
          <p:nvSpPr>
            <p:cNvPr id="9363" name="Google Shape;9363;p6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62"/>
          <p:cNvGrpSpPr/>
          <p:nvPr/>
        </p:nvGrpSpPr>
        <p:grpSpPr>
          <a:xfrm>
            <a:off x="5753801" y="2684124"/>
            <a:ext cx="361998" cy="361090"/>
            <a:chOff x="-54081175" y="1903275"/>
            <a:chExt cx="319025" cy="318225"/>
          </a:xfrm>
        </p:grpSpPr>
        <p:sp>
          <p:nvSpPr>
            <p:cNvPr id="9368" name="Google Shape;9368;p6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62"/>
          <p:cNvGrpSpPr/>
          <p:nvPr/>
        </p:nvGrpSpPr>
        <p:grpSpPr>
          <a:xfrm>
            <a:off x="5776154" y="3137587"/>
            <a:ext cx="317290" cy="360211"/>
            <a:chOff x="-54063050" y="2296300"/>
            <a:chExt cx="279625" cy="317450"/>
          </a:xfrm>
        </p:grpSpPr>
        <p:sp>
          <p:nvSpPr>
            <p:cNvPr id="9371" name="Google Shape;9371;p6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62"/>
          <p:cNvGrpSpPr/>
          <p:nvPr/>
        </p:nvGrpSpPr>
        <p:grpSpPr>
          <a:xfrm>
            <a:off x="5776154" y="3601649"/>
            <a:ext cx="317290" cy="361033"/>
            <a:chOff x="-54061475" y="2685450"/>
            <a:chExt cx="279625" cy="318175"/>
          </a:xfrm>
        </p:grpSpPr>
        <p:sp>
          <p:nvSpPr>
            <p:cNvPr id="9376" name="Google Shape;9376;p6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2"/>
          <p:cNvGrpSpPr/>
          <p:nvPr/>
        </p:nvGrpSpPr>
        <p:grpSpPr>
          <a:xfrm>
            <a:off x="8029690" y="2693967"/>
            <a:ext cx="275278" cy="361969"/>
            <a:chOff x="-52074300" y="1911950"/>
            <a:chExt cx="242600" cy="319000"/>
          </a:xfrm>
        </p:grpSpPr>
        <p:sp>
          <p:nvSpPr>
            <p:cNvPr id="9381" name="Google Shape;9381;p6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62"/>
          <p:cNvGrpSpPr/>
          <p:nvPr/>
        </p:nvGrpSpPr>
        <p:grpSpPr>
          <a:xfrm>
            <a:off x="5287689" y="1305369"/>
            <a:ext cx="361998" cy="361090"/>
            <a:chOff x="-57578225" y="1904075"/>
            <a:chExt cx="319025" cy="318225"/>
          </a:xfrm>
        </p:grpSpPr>
        <p:sp>
          <p:nvSpPr>
            <p:cNvPr id="9386" name="Google Shape;9386;p6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62"/>
          <p:cNvGrpSpPr/>
          <p:nvPr/>
        </p:nvGrpSpPr>
        <p:grpSpPr>
          <a:xfrm>
            <a:off x="5310042" y="1778631"/>
            <a:ext cx="317290" cy="361090"/>
            <a:chOff x="-57558525" y="2294725"/>
            <a:chExt cx="279625" cy="318225"/>
          </a:xfrm>
        </p:grpSpPr>
        <p:sp>
          <p:nvSpPr>
            <p:cNvPr id="9391" name="Google Shape;9391;p6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2"/>
          <p:cNvGrpSpPr/>
          <p:nvPr/>
        </p:nvGrpSpPr>
        <p:grpSpPr>
          <a:xfrm>
            <a:off x="5285901" y="2231215"/>
            <a:ext cx="365572" cy="361969"/>
            <a:chOff x="-57579800" y="2686975"/>
            <a:chExt cx="322175" cy="319000"/>
          </a:xfrm>
        </p:grpSpPr>
        <p:sp>
          <p:nvSpPr>
            <p:cNvPr id="9397" name="Google Shape;9397;p6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62"/>
          <p:cNvGrpSpPr/>
          <p:nvPr/>
        </p:nvGrpSpPr>
        <p:grpSpPr>
          <a:xfrm>
            <a:off x="7510682" y="1778631"/>
            <a:ext cx="367359" cy="361090"/>
            <a:chOff x="-55620975" y="2294725"/>
            <a:chExt cx="323750" cy="318225"/>
          </a:xfrm>
        </p:grpSpPr>
        <p:sp>
          <p:nvSpPr>
            <p:cNvPr id="9400" name="Google Shape;9400;p6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2"/>
          <p:cNvGrpSpPr/>
          <p:nvPr/>
        </p:nvGrpSpPr>
        <p:grpSpPr>
          <a:xfrm>
            <a:off x="7512923" y="2231130"/>
            <a:ext cx="362877" cy="361175"/>
            <a:chOff x="-55620175" y="2686900"/>
            <a:chExt cx="319800" cy="318300"/>
          </a:xfrm>
        </p:grpSpPr>
        <p:sp>
          <p:nvSpPr>
            <p:cNvPr id="9407" name="Google Shape;9407;p6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62"/>
          <p:cNvGrpSpPr/>
          <p:nvPr/>
        </p:nvGrpSpPr>
        <p:grpSpPr>
          <a:xfrm>
            <a:off x="6198887" y="2684124"/>
            <a:ext cx="361969" cy="361090"/>
            <a:chOff x="-53690500" y="1903275"/>
            <a:chExt cx="319000" cy="318225"/>
          </a:xfrm>
        </p:grpSpPr>
        <p:sp>
          <p:nvSpPr>
            <p:cNvPr id="9412" name="Google Shape;9412;p6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2"/>
          <p:cNvGrpSpPr/>
          <p:nvPr/>
        </p:nvGrpSpPr>
        <p:grpSpPr>
          <a:xfrm>
            <a:off x="6221226" y="3137587"/>
            <a:ext cx="317290" cy="359303"/>
            <a:chOff x="-53670800" y="2296300"/>
            <a:chExt cx="279625" cy="316650"/>
          </a:xfrm>
        </p:grpSpPr>
        <p:sp>
          <p:nvSpPr>
            <p:cNvPr id="9417" name="Google Shape;9417;p6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62"/>
          <p:cNvGrpSpPr/>
          <p:nvPr/>
        </p:nvGrpSpPr>
        <p:grpSpPr>
          <a:xfrm>
            <a:off x="6198887" y="3602925"/>
            <a:ext cx="361969" cy="361544"/>
            <a:chOff x="-53690500" y="2686575"/>
            <a:chExt cx="319000" cy="318625"/>
          </a:xfrm>
        </p:grpSpPr>
        <p:sp>
          <p:nvSpPr>
            <p:cNvPr id="9422" name="Google Shape;9422;p6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62"/>
          <p:cNvGrpSpPr/>
          <p:nvPr/>
        </p:nvGrpSpPr>
        <p:grpSpPr>
          <a:xfrm>
            <a:off x="8008669" y="3145785"/>
            <a:ext cx="317319" cy="360948"/>
            <a:chOff x="-52092425" y="2303525"/>
            <a:chExt cx="279650" cy="318100"/>
          </a:xfrm>
        </p:grpSpPr>
        <p:sp>
          <p:nvSpPr>
            <p:cNvPr id="9427" name="Google Shape;9427;p6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62"/>
          <p:cNvGrpSpPr/>
          <p:nvPr/>
        </p:nvGrpSpPr>
        <p:grpSpPr>
          <a:xfrm>
            <a:off x="5727728" y="1306249"/>
            <a:ext cx="363756" cy="361090"/>
            <a:chOff x="-57189125" y="1904850"/>
            <a:chExt cx="320575" cy="318225"/>
          </a:xfrm>
        </p:grpSpPr>
        <p:sp>
          <p:nvSpPr>
            <p:cNvPr id="9433" name="Google Shape;9433;p6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62"/>
          <p:cNvGrpSpPr/>
          <p:nvPr/>
        </p:nvGrpSpPr>
        <p:grpSpPr>
          <a:xfrm>
            <a:off x="5728621" y="1800985"/>
            <a:ext cx="361969" cy="316411"/>
            <a:chOff x="-57187550" y="2314425"/>
            <a:chExt cx="319000" cy="278850"/>
          </a:xfrm>
        </p:grpSpPr>
        <p:sp>
          <p:nvSpPr>
            <p:cNvPr id="9439" name="Google Shape;9439;p6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2"/>
          <p:cNvGrpSpPr/>
          <p:nvPr/>
        </p:nvGrpSpPr>
        <p:grpSpPr>
          <a:xfrm>
            <a:off x="5745585" y="2230534"/>
            <a:ext cx="328042" cy="361771"/>
            <a:chOff x="-57172600" y="2686375"/>
            <a:chExt cx="289100" cy="318825"/>
          </a:xfrm>
        </p:grpSpPr>
        <p:sp>
          <p:nvSpPr>
            <p:cNvPr id="9444" name="Google Shape;9444;p6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62"/>
          <p:cNvGrpSpPr/>
          <p:nvPr/>
        </p:nvGrpSpPr>
        <p:grpSpPr>
          <a:xfrm>
            <a:off x="7958434" y="1304461"/>
            <a:ext cx="361090" cy="359303"/>
            <a:chOff x="-55225575" y="1903275"/>
            <a:chExt cx="318225" cy="316650"/>
          </a:xfrm>
        </p:grpSpPr>
        <p:sp>
          <p:nvSpPr>
            <p:cNvPr id="9447" name="Google Shape;9447;p6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62"/>
          <p:cNvGrpSpPr/>
          <p:nvPr/>
        </p:nvGrpSpPr>
        <p:grpSpPr>
          <a:xfrm>
            <a:off x="7969611" y="1780418"/>
            <a:ext cx="338736" cy="359303"/>
            <a:chOff x="-55217700" y="2296300"/>
            <a:chExt cx="298525" cy="316650"/>
          </a:xfrm>
        </p:grpSpPr>
        <p:sp>
          <p:nvSpPr>
            <p:cNvPr id="9453" name="Google Shape;9453;p6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62"/>
          <p:cNvGrpSpPr/>
          <p:nvPr/>
        </p:nvGrpSpPr>
        <p:grpSpPr>
          <a:xfrm>
            <a:off x="7957541" y="2233002"/>
            <a:ext cx="362877" cy="359303"/>
            <a:chOff x="-55229525" y="2688550"/>
            <a:chExt cx="319800" cy="316650"/>
          </a:xfrm>
        </p:grpSpPr>
        <p:sp>
          <p:nvSpPr>
            <p:cNvPr id="9458" name="Google Shape;9458;p6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2"/>
          <p:cNvGrpSpPr/>
          <p:nvPr/>
        </p:nvGrpSpPr>
        <p:grpSpPr>
          <a:xfrm>
            <a:off x="6653760" y="2684124"/>
            <a:ext cx="338765" cy="361090"/>
            <a:chOff x="-53288825" y="1903275"/>
            <a:chExt cx="298550" cy="318225"/>
          </a:xfrm>
        </p:grpSpPr>
        <p:sp>
          <p:nvSpPr>
            <p:cNvPr id="9463" name="Google Shape;9463;p6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62"/>
          <p:cNvGrpSpPr/>
          <p:nvPr/>
        </p:nvGrpSpPr>
        <p:grpSpPr>
          <a:xfrm>
            <a:off x="6642143" y="3135800"/>
            <a:ext cx="361998" cy="361090"/>
            <a:chOff x="-53299850" y="2294725"/>
            <a:chExt cx="319025" cy="318225"/>
          </a:xfrm>
        </p:grpSpPr>
        <p:sp>
          <p:nvSpPr>
            <p:cNvPr id="9467" name="Google Shape;9467;p6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62"/>
          <p:cNvGrpSpPr/>
          <p:nvPr/>
        </p:nvGrpSpPr>
        <p:grpSpPr>
          <a:xfrm>
            <a:off x="6664936" y="3604259"/>
            <a:ext cx="316411" cy="360211"/>
            <a:chOff x="-53278575" y="2687750"/>
            <a:chExt cx="278850" cy="317450"/>
          </a:xfrm>
        </p:grpSpPr>
        <p:sp>
          <p:nvSpPr>
            <p:cNvPr id="9470" name="Google Shape;9470;p6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62"/>
          <p:cNvGrpSpPr/>
          <p:nvPr/>
        </p:nvGrpSpPr>
        <p:grpSpPr>
          <a:xfrm>
            <a:off x="7986330" y="3603947"/>
            <a:ext cx="361998" cy="362310"/>
            <a:chOff x="-52101875" y="2687475"/>
            <a:chExt cx="319025" cy="319300"/>
          </a:xfrm>
        </p:grpSpPr>
        <p:sp>
          <p:nvSpPr>
            <p:cNvPr id="9475" name="Google Shape;9475;p6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62"/>
          <p:cNvGrpSpPr/>
          <p:nvPr/>
        </p:nvGrpSpPr>
        <p:grpSpPr>
          <a:xfrm>
            <a:off x="6201079" y="1305369"/>
            <a:ext cx="317290" cy="361090"/>
            <a:chOff x="-56774050" y="1904075"/>
            <a:chExt cx="279625" cy="318225"/>
          </a:xfrm>
        </p:grpSpPr>
        <p:sp>
          <p:nvSpPr>
            <p:cNvPr id="9480" name="Google Shape;9480;p6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62"/>
          <p:cNvGrpSpPr/>
          <p:nvPr/>
        </p:nvGrpSpPr>
        <p:grpSpPr>
          <a:xfrm>
            <a:off x="6201079" y="1778631"/>
            <a:ext cx="317290" cy="361090"/>
            <a:chOff x="-56774850" y="2294725"/>
            <a:chExt cx="279625" cy="318225"/>
          </a:xfrm>
        </p:grpSpPr>
        <p:sp>
          <p:nvSpPr>
            <p:cNvPr id="9483" name="Google Shape;9483;p6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2"/>
          <p:cNvGrpSpPr/>
          <p:nvPr/>
        </p:nvGrpSpPr>
        <p:grpSpPr>
          <a:xfrm>
            <a:off x="6222086" y="2231215"/>
            <a:ext cx="275278" cy="360182"/>
            <a:chOff x="-56756725" y="2686975"/>
            <a:chExt cx="242600" cy="317425"/>
          </a:xfrm>
        </p:grpSpPr>
        <p:sp>
          <p:nvSpPr>
            <p:cNvPr id="9487" name="Google Shape;9487;p6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62"/>
          <p:cNvGrpSpPr/>
          <p:nvPr/>
        </p:nvGrpSpPr>
        <p:grpSpPr>
          <a:xfrm>
            <a:off x="4870518" y="2684124"/>
            <a:ext cx="337346" cy="361998"/>
            <a:chOff x="-54826975" y="1903275"/>
            <a:chExt cx="297300" cy="319025"/>
          </a:xfrm>
        </p:grpSpPr>
        <p:sp>
          <p:nvSpPr>
            <p:cNvPr id="9491" name="Google Shape;9491;p6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62"/>
          <p:cNvGrpSpPr/>
          <p:nvPr/>
        </p:nvGrpSpPr>
        <p:grpSpPr>
          <a:xfrm>
            <a:off x="4858206" y="3137587"/>
            <a:ext cx="361969" cy="359274"/>
            <a:chOff x="-54836500" y="2296300"/>
            <a:chExt cx="319000" cy="316625"/>
          </a:xfrm>
        </p:grpSpPr>
        <p:sp>
          <p:nvSpPr>
            <p:cNvPr id="9495" name="Google Shape;9495;p6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62"/>
          <p:cNvGrpSpPr/>
          <p:nvPr/>
        </p:nvGrpSpPr>
        <p:grpSpPr>
          <a:xfrm>
            <a:off x="4879652" y="3604259"/>
            <a:ext cx="319078" cy="361090"/>
            <a:chOff x="-54817600" y="2687750"/>
            <a:chExt cx="281200" cy="318225"/>
          </a:xfrm>
        </p:grpSpPr>
        <p:sp>
          <p:nvSpPr>
            <p:cNvPr id="9500" name="Google Shape;9500;p6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62"/>
          <p:cNvGrpSpPr/>
          <p:nvPr/>
        </p:nvGrpSpPr>
        <p:grpSpPr>
          <a:xfrm>
            <a:off x="7110476" y="2684124"/>
            <a:ext cx="317290" cy="359303"/>
            <a:chOff x="-52887125" y="1903275"/>
            <a:chExt cx="279625" cy="316650"/>
          </a:xfrm>
        </p:grpSpPr>
        <p:sp>
          <p:nvSpPr>
            <p:cNvPr id="9505" name="Google Shape;9505;p6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62"/>
          <p:cNvGrpSpPr/>
          <p:nvPr/>
        </p:nvGrpSpPr>
        <p:grpSpPr>
          <a:xfrm>
            <a:off x="7089030" y="3134920"/>
            <a:ext cx="360182" cy="361969"/>
            <a:chOff x="-52906025" y="2293950"/>
            <a:chExt cx="317425" cy="319000"/>
          </a:xfrm>
        </p:grpSpPr>
        <p:sp>
          <p:nvSpPr>
            <p:cNvPr id="9508" name="Google Shape;9508;p6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62"/>
          <p:cNvGrpSpPr/>
          <p:nvPr/>
        </p:nvGrpSpPr>
        <p:grpSpPr>
          <a:xfrm>
            <a:off x="7110476" y="3603379"/>
            <a:ext cx="317290" cy="361090"/>
            <a:chOff x="-52887125" y="2686975"/>
            <a:chExt cx="279625" cy="318225"/>
          </a:xfrm>
        </p:grpSpPr>
        <p:sp>
          <p:nvSpPr>
            <p:cNvPr id="9512" name="Google Shape;9512;p6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62"/>
          <p:cNvGrpSpPr/>
          <p:nvPr/>
        </p:nvGrpSpPr>
        <p:grpSpPr>
          <a:xfrm>
            <a:off x="6220848" y="4062998"/>
            <a:ext cx="318170" cy="359303"/>
            <a:chOff x="-51722225" y="1915100"/>
            <a:chExt cx="280400" cy="316650"/>
          </a:xfrm>
        </p:grpSpPr>
        <p:sp>
          <p:nvSpPr>
            <p:cNvPr id="9517" name="Google Shape;9517;p6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62"/>
          <p:cNvGrpSpPr/>
          <p:nvPr/>
        </p:nvGrpSpPr>
        <p:grpSpPr>
          <a:xfrm>
            <a:off x="6616678" y="1303695"/>
            <a:ext cx="370905" cy="360976"/>
            <a:chOff x="-56407800" y="1902600"/>
            <a:chExt cx="326875" cy="318125"/>
          </a:xfrm>
        </p:grpSpPr>
        <p:sp>
          <p:nvSpPr>
            <p:cNvPr id="9522" name="Google Shape;9522;p6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62"/>
          <p:cNvGrpSpPr/>
          <p:nvPr/>
        </p:nvGrpSpPr>
        <p:grpSpPr>
          <a:xfrm>
            <a:off x="6622479" y="1790262"/>
            <a:ext cx="359303" cy="338736"/>
            <a:chOff x="-56401500" y="2304975"/>
            <a:chExt cx="316650" cy="298525"/>
          </a:xfrm>
        </p:grpSpPr>
        <p:sp>
          <p:nvSpPr>
            <p:cNvPr id="9526" name="Google Shape;9526;p6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62"/>
          <p:cNvGrpSpPr/>
          <p:nvPr/>
        </p:nvGrpSpPr>
        <p:grpSpPr>
          <a:xfrm>
            <a:off x="5328863" y="2682337"/>
            <a:ext cx="319985" cy="361090"/>
            <a:chOff x="-54426150" y="1901700"/>
            <a:chExt cx="282000" cy="318225"/>
          </a:xfrm>
        </p:grpSpPr>
        <p:sp>
          <p:nvSpPr>
            <p:cNvPr id="9531" name="Google Shape;9531;p6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62"/>
          <p:cNvGrpSpPr/>
          <p:nvPr/>
        </p:nvGrpSpPr>
        <p:grpSpPr>
          <a:xfrm>
            <a:off x="5328863" y="3135800"/>
            <a:ext cx="319985" cy="361998"/>
            <a:chOff x="-54426150" y="2294725"/>
            <a:chExt cx="282000" cy="319025"/>
          </a:xfrm>
        </p:grpSpPr>
        <p:sp>
          <p:nvSpPr>
            <p:cNvPr id="9536" name="Google Shape;9536;p6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62"/>
          <p:cNvGrpSpPr/>
          <p:nvPr/>
        </p:nvGrpSpPr>
        <p:grpSpPr>
          <a:xfrm>
            <a:off x="5327076" y="3603379"/>
            <a:ext cx="323560" cy="361969"/>
            <a:chOff x="-54427725" y="2686975"/>
            <a:chExt cx="285150" cy="319000"/>
          </a:xfrm>
        </p:grpSpPr>
        <p:sp>
          <p:nvSpPr>
            <p:cNvPr id="9542" name="Google Shape;9542;p6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2"/>
          <p:cNvGrpSpPr/>
          <p:nvPr/>
        </p:nvGrpSpPr>
        <p:grpSpPr>
          <a:xfrm>
            <a:off x="7533634" y="2684351"/>
            <a:ext cx="359303" cy="359984"/>
            <a:chOff x="-52513800" y="1903475"/>
            <a:chExt cx="316650" cy="317250"/>
          </a:xfrm>
        </p:grpSpPr>
        <p:sp>
          <p:nvSpPr>
            <p:cNvPr id="9548" name="Google Shape;9548;p6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62"/>
          <p:cNvGrpSpPr/>
          <p:nvPr/>
        </p:nvGrpSpPr>
        <p:grpSpPr>
          <a:xfrm>
            <a:off x="7543464" y="3136708"/>
            <a:ext cx="339644" cy="360182"/>
            <a:chOff x="-52505925" y="2295525"/>
            <a:chExt cx="299325" cy="317425"/>
          </a:xfrm>
        </p:grpSpPr>
        <p:sp>
          <p:nvSpPr>
            <p:cNvPr id="9551" name="Google Shape;9551;p6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62"/>
          <p:cNvGrpSpPr/>
          <p:nvPr/>
        </p:nvGrpSpPr>
        <p:grpSpPr>
          <a:xfrm>
            <a:off x="7554641" y="3603379"/>
            <a:ext cx="317290" cy="361090"/>
            <a:chOff x="-52494100" y="2686975"/>
            <a:chExt cx="279625" cy="318225"/>
          </a:xfrm>
        </p:grpSpPr>
        <p:sp>
          <p:nvSpPr>
            <p:cNvPr id="9556" name="Google Shape;9556;p6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62"/>
          <p:cNvGrpSpPr/>
          <p:nvPr/>
        </p:nvGrpSpPr>
        <p:grpSpPr>
          <a:xfrm>
            <a:off x="6665412" y="4064322"/>
            <a:ext cx="315503" cy="361090"/>
            <a:chOff x="-51708850" y="2305750"/>
            <a:chExt cx="278050" cy="318225"/>
          </a:xfrm>
        </p:grpSpPr>
        <p:sp>
          <p:nvSpPr>
            <p:cNvPr id="9561" name="Google Shape;9561;p6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62"/>
          <p:cNvGrpSpPr/>
          <p:nvPr/>
        </p:nvGrpSpPr>
        <p:grpSpPr>
          <a:xfrm>
            <a:off x="7536807" y="1306109"/>
            <a:ext cx="319089" cy="362073"/>
            <a:chOff x="1044400" y="2917425"/>
            <a:chExt cx="248125" cy="281550"/>
          </a:xfrm>
        </p:grpSpPr>
        <p:sp>
          <p:nvSpPr>
            <p:cNvPr id="9565" name="Google Shape;9565;p6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9570" name="Google Shape;9570;p6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9571" name="Google Shape;9571;p6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9572" name="Google Shape;9572;p62"/>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2"/>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4" name="Google Shape;9574;p62"/>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78" name="Shape 9578"/>
        <p:cNvGrpSpPr/>
        <p:nvPr/>
      </p:nvGrpSpPr>
      <p:grpSpPr>
        <a:xfrm>
          <a:off x="0" y="0"/>
          <a:ext cx="0" cy="0"/>
          <a:chOff x="0" y="0"/>
          <a:chExt cx="0" cy="0"/>
        </a:xfrm>
      </p:grpSpPr>
      <p:sp>
        <p:nvSpPr>
          <p:cNvPr id="9579" name="Google Shape;9579;p63"/>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9580" name="Google Shape;9580;p63"/>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9581" name="Google Shape;9581;p63"/>
          <p:cNvGrpSpPr/>
          <p:nvPr/>
        </p:nvGrpSpPr>
        <p:grpSpPr>
          <a:xfrm>
            <a:off x="889109" y="1303003"/>
            <a:ext cx="278288" cy="357036"/>
            <a:chOff x="-50489600" y="1947400"/>
            <a:chExt cx="233150" cy="299125"/>
          </a:xfrm>
        </p:grpSpPr>
        <p:sp>
          <p:nvSpPr>
            <p:cNvPr id="9582" name="Google Shape;9582;p6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63"/>
          <p:cNvGrpSpPr/>
          <p:nvPr/>
        </p:nvGrpSpPr>
        <p:grpSpPr>
          <a:xfrm>
            <a:off x="849616" y="1757960"/>
            <a:ext cx="357274" cy="358199"/>
            <a:chOff x="-50523475" y="2316000"/>
            <a:chExt cx="299325" cy="300100"/>
          </a:xfrm>
        </p:grpSpPr>
        <p:sp>
          <p:nvSpPr>
            <p:cNvPr id="9585" name="Google Shape;9585;p6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63"/>
          <p:cNvGrpSpPr/>
          <p:nvPr/>
        </p:nvGrpSpPr>
        <p:grpSpPr>
          <a:xfrm>
            <a:off x="848213" y="2207269"/>
            <a:ext cx="360079" cy="357304"/>
            <a:chOff x="-50524250" y="2686150"/>
            <a:chExt cx="301675" cy="299350"/>
          </a:xfrm>
        </p:grpSpPr>
        <p:sp>
          <p:nvSpPr>
            <p:cNvPr id="9588" name="Google Shape;9588;p6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63"/>
          <p:cNvGrpSpPr/>
          <p:nvPr/>
        </p:nvGrpSpPr>
        <p:grpSpPr>
          <a:xfrm>
            <a:off x="3070976" y="1333082"/>
            <a:ext cx="358199" cy="359154"/>
            <a:chOff x="-48633950" y="1972600"/>
            <a:chExt cx="300100" cy="300900"/>
          </a:xfrm>
        </p:grpSpPr>
        <p:sp>
          <p:nvSpPr>
            <p:cNvPr id="9595" name="Google Shape;9595;p6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3"/>
          <p:cNvGrpSpPr/>
          <p:nvPr/>
        </p:nvGrpSpPr>
        <p:grpSpPr>
          <a:xfrm>
            <a:off x="3071439" y="2237377"/>
            <a:ext cx="357274" cy="357274"/>
            <a:chOff x="-48633175" y="2711375"/>
            <a:chExt cx="299325" cy="299325"/>
          </a:xfrm>
        </p:grpSpPr>
        <p:sp>
          <p:nvSpPr>
            <p:cNvPr id="9598" name="Google Shape;9598;p6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63"/>
          <p:cNvGrpSpPr/>
          <p:nvPr/>
        </p:nvGrpSpPr>
        <p:grpSpPr>
          <a:xfrm>
            <a:off x="1757928" y="2689329"/>
            <a:ext cx="314006" cy="358229"/>
            <a:chOff x="-46753100" y="1965500"/>
            <a:chExt cx="263075" cy="300125"/>
          </a:xfrm>
        </p:grpSpPr>
        <p:sp>
          <p:nvSpPr>
            <p:cNvPr id="9601" name="Google Shape;9601;p6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63"/>
          <p:cNvGrpSpPr/>
          <p:nvPr/>
        </p:nvGrpSpPr>
        <p:grpSpPr>
          <a:xfrm>
            <a:off x="1735354" y="3156542"/>
            <a:ext cx="359154" cy="315916"/>
            <a:chOff x="-46772025" y="2350650"/>
            <a:chExt cx="300900" cy="264675"/>
          </a:xfrm>
        </p:grpSpPr>
        <p:sp>
          <p:nvSpPr>
            <p:cNvPr id="9604" name="Google Shape;9604;p6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63"/>
          <p:cNvGrpSpPr/>
          <p:nvPr/>
        </p:nvGrpSpPr>
        <p:grpSpPr>
          <a:xfrm>
            <a:off x="1735354" y="3590820"/>
            <a:ext cx="359154" cy="359154"/>
            <a:chOff x="-46772025" y="2701925"/>
            <a:chExt cx="300900" cy="300900"/>
          </a:xfrm>
        </p:grpSpPr>
        <p:sp>
          <p:nvSpPr>
            <p:cNvPr id="9607" name="Google Shape;9607;p6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9" name="Google Shape;9609;p63"/>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0" name="Google Shape;9610;p63"/>
          <p:cNvGrpSpPr/>
          <p:nvPr/>
        </p:nvGrpSpPr>
        <p:grpSpPr>
          <a:xfrm>
            <a:off x="1293035" y="1303928"/>
            <a:ext cx="358199" cy="359154"/>
            <a:chOff x="-50154075" y="1948175"/>
            <a:chExt cx="300100" cy="300900"/>
          </a:xfrm>
        </p:grpSpPr>
        <p:sp>
          <p:nvSpPr>
            <p:cNvPr id="9611" name="Google Shape;9611;p6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63"/>
          <p:cNvGrpSpPr/>
          <p:nvPr/>
        </p:nvGrpSpPr>
        <p:grpSpPr>
          <a:xfrm>
            <a:off x="1293035" y="1758885"/>
            <a:ext cx="358199" cy="358229"/>
            <a:chOff x="-50154850" y="2316775"/>
            <a:chExt cx="300100" cy="300125"/>
          </a:xfrm>
        </p:grpSpPr>
        <p:sp>
          <p:nvSpPr>
            <p:cNvPr id="9614" name="Google Shape;9614;p6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63"/>
          <p:cNvGrpSpPr/>
          <p:nvPr/>
        </p:nvGrpSpPr>
        <p:grpSpPr>
          <a:xfrm>
            <a:off x="1288813" y="2205896"/>
            <a:ext cx="366644" cy="356558"/>
            <a:chOff x="-50158000" y="2685000"/>
            <a:chExt cx="307175" cy="298725"/>
          </a:xfrm>
        </p:grpSpPr>
        <p:sp>
          <p:nvSpPr>
            <p:cNvPr id="9617" name="Google Shape;9617;p6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63"/>
          <p:cNvGrpSpPr/>
          <p:nvPr/>
        </p:nvGrpSpPr>
        <p:grpSpPr>
          <a:xfrm>
            <a:off x="3070499" y="1788993"/>
            <a:ext cx="359154" cy="361004"/>
            <a:chOff x="-48634750" y="2342000"/>
            <a:chExt cx="300900" cy="302450"/>
          </a:xfrm>
        </p:grpSpPr>
        <p:sp>
          <p:nvSpPr>
            <p:cNvPr id="9620" name="Google Shape;9620;p6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63"/>
          <p:cNvGrpSpPr/>
          <p:nvPr/>
        </p:nvGrpSpPr>
        <p:grpSpPr>
          <a:xfrm>
            <a:off x="3521599" y="1334007"/>
            <a:ext cx="361004" cy="358229"/>
            <a:chOff x="-48266125" y="1973375"/>
            <a:chExt cx="302450" cy="300125"/>
          </a:xfrm>
        </p:grpSpPr>
        <p:sp>
          <p:nvSpPr>
            <p:cNvPr id="9629" name="Google Shape;9629;p6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63"/>
          <p:cNvGrpSpPr/>
          <p:nvPr/>
        </p:nvGrpSpPr>
        <p:grpSpPr>
          <a:xfrm>
            <a:off x="3548844" y="1789769"/>
            <a:ext cx="306516" cy="358349"/>
            <a:chOff x="-48237000" y="2342650"/>
            <a:chExt cx="256800" cy="300225"/>
          </a:xfrm>
        </p:grpSpPr>
        <p:sp>
          <p:nvSpPr>
            <p:cNvPr id="9636" name="Google Shape;9636;p6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63"/>
          <p:cNvGrpSpPr/>
          <p:nvPr/>
        </p:nvGrpSpPr>
        <p:grpSpPr>
          <a:xfrm>
            <a:off x="2180338" y="2690046"/>
            <a:ext cx="361034" cy="355633"/>
            <a:chOff x="-46404975" y="1966100"/>
            <a:chExt cx="302475" cy="297950"/>
          </a:xfrm>
        </p:grpSpPr>
        <p:sp>
          <p:nvSpPr>
            <p:cNvPr id="9640" name="Google Shape;9640;p6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3"/>
          <p:cNvGrpSpPr/>
          <p:nvPr/>
        </p:nvGrpSpPr>
        <p:grpSpPr>
          <a:xfrm>
            <a:off x="2181740" y="3135863"/>
            <a:ext cx="358229" cy="358199"/>
            <a:chOff x="-46401050" y="2333325"/>
            <a:chExt cx="300125" cy="300100"/>
          </a:xfrm>
        </p:grpSpPr>
        <p:sp>
          <p:nvSpPr>
            <p:cNvPr id="9645" name="Google Shape;9645;p6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9" name="Google Shape;9649;p63"/>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0" name="Google Shape;9650;p63"/>
          <p:cNvGrpSpPr/>
          <p:nvPr/>
        </p:nvGrpSpPr>
        <p:grpSpPr>
          <a:xfrm>
            <a:off x="3961830" y="3146218"/>
            <a:ext cx="359154" cy="359124"/>
            <a:chOff x="-44914800" y="2342000"/>
            <a:chExt cx="300900" cy="300875"/>
          </a:xfrm>
        </p:grpSpPr>
        <p:sp>
          <p:nvSpPr>
            <p:cNvPr id="9651" name="Google Shape;9651;p6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4" name="Google Shape;9654;p63"/>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5" name="Google Shape;9655;p63"/>
          <p:cNvGrpSpPr/>
          <p:nvPr/>
        </p:nvGrpSpPr>
        <p:grpSpPr>
          <a:xfrm>
            <a:off x="1735816" y="1758736"/>
            <a:ext cx="359154" cy="357424"/>
            <a:chOff x="-49786250" y="2316650"/>
            <a:chExt cx="300900" cy="299450"/>
          </a:xfrm>
        </p:grpSpPr>
        <p:sp>
          <p:nvSpPr>
            <p:cNvPr id="9656" name="Google Shape;9656;p6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3" name="Google Shape;9663;p63"/>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3"/>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5" name="Google Shape;9665;p63"/>
          <p:cNvGrpSpPr/>
          <p:nvPr/>
        </p:nvGrpSpPr>
        <p:grpSpPr>
          <a:xfrm>
            <a:off x="4033144" y="1788993"/>
            <a:ext cx="230365" cy="359124"/>
            <a:chOff x="-47842400" y="2342000"/>
            <a:chExt cx="193000" cy="300875"/>
          </a:xfrm>
        </p:grpSpPr>
        <p:sp>
          <p:nvSpPr>
            <p:cNvPr id="9666" name="Google Shape;9666;p6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63"/>
          <p:cNvGrpSpPr/>
          <p:nvPr/>
        </p:nvGrpSpPr>
        <p:grpSpPr>
          <a:xfrm>
            <a:off x="3969212" y="2236452"/>
            <a:ext cx="358229" cy="359154"/>
            <a:chOff x="-47896750" y="2710600"/>
            <a:chExt cx="300125" cy="300900"/>
          </a:xfrm>
        </p:grpSpPr>
        <p:sp>
          <p:nvSpPr>
            <p:cNvPr id="9670" name="Google Shape;9670;p6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63"/>
          <p:cNvGrpSpPr/>
          <p:nvPr/>
        </p:nvGrpSpPr>
        <p:grpSpPr>
          <a:xfrm>
            <a:off x="2624852" y="2710009"/>
            <a:ext cx="359154" cy="314991"/>
            <a:chOff x="-46033225" y="1982825"/>
            <a:chExt cx="300900" cy="263900"/>
          </a:xfrm>
        </p:grpSpPr>
        <p:sp>
          <p:nvSpPr>
            <p:cNvPr id="9675" name="Google Shape;9675;p6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8" name="Google Shape;9678;p63"/>
          <p:cNvGrpSpPr/>
          <p:nvPr/>
        </p:nvGrpSpPr>
        <p:grpSpPr>
          <a:xfrm>
            <a:off x="2621569" y="3137266"/>
            <a:ext cx="365719" cy="326151"/>
            <a:chOff x="-46034000" y="2334500"/>
            <a:chExt cx="306400" cy="273250"/>
          </a:xfrm>
        </p:grpSpPr>
        <p:sp>
          <p:nvSpPr>
            <p:cNvPr id="9679" name="Google Shape;9679;p6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63"/>
          <p:cNvGrpSpPr/>
          <p:nvPr/>
        </p:nvGrpSpPr>
        <p:grpSpPr>
          <a:xfrm>
            <a:off x="2667627" y="3591655"/>
            <a:ext cx="273603" cy="356439"/>
            <a:chOff x="-45998575" y="2702625"/>
            <a:chExt cx="229225" cy="298625"/>
          </a:xfrm>
        </p:grpSpPr>
        <p:sp>
          <p:nvSpPr>
            <p:cNvPr id="9683" name="Google Shape;9683;p6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0" name="Google Shape;9690;p63"/>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3"/>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2" name="Google Shape;9692;p63"/>
          <p:cNvGrpSpPr/>
          <p:nvPr/>
        </p:nvGrpSpPr>
        <p:grpSpPr>
          <a:xfrm>
            <a:off x="2203197" y="2205419"/>
            <a:ext cx="314961" cy="361034"/>
            <a:chOff x="-49398750" y="2684600"/>
            <a:chExt cx="263875" cy="302475"/>
          </a:xfrm>
        </p:grpSpPr>
        <p:sp>
          <p:nvSpPr>
            <p:cNvPr id="9693" name="Google Shape;9693;p6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63"/>
          <p:cNvGrpSpPr/>
          <p:nvPr/>
        </p:nvGrpSpPr>
        <p:grpSpPr>
          <a:xfrm>
            <a:off x="873121" y="2699684"/>
            <a:ext cx="314006" cy="359154"/>
            <a:chOff x="-47509225" y="1974175"/>
            <a:chExt cx="263075" cy="300900"/>
          </a:xfrm>
        </p:grpSpPr>
        <p:sp>
          <p:nvSpPr>
            <p:cNvPr id="9697" name="Google Shape;9697;p6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63"/>
          <p:cNvGrpSpPr/>
          <p:nvPr/>
        </p:nvGrpSpPr>
        <p:grpSpPr>
          <a:xfrm>
            <a:off x="849622" y="3146218"/>
            <a:ext cx="361004" cy="357961"/>
            <a:chOff x="-47529700" y="2342000"/>
            <a:chExt cx="302450" cy="299900"/>
          </a:xfrm>
        </p:grpSpPr>
        <p:sp>
          <p:nvSpPr>
            <p:cNvPr id="9703" name="Google Shape;9703;p6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63"/>
          <p:cNvGrpSpPr/>
          <p:nvPr/>
        </p:nvGrpSpPr>
        <p:grpSpPr>
          <a:xfrm>
            <a:off x="851025" y="3645367"/>
            <a:ext cx="358199" cy="272648"/>
            <a:chOff x="-47527350" y="2747625"/>
            <a:chExt cx="300100" cy="228425"/>
          </a:xfrm>
        </p:grpSpPr>
        <p:sp>
          <p:nvSpPr>
            <p:cNvPr id="9706" name="Google Shape;9706;p6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2" name="Google Shape;9712;p63"/>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3" name="Google Shape;9713;p63"/>
          <p:cNvGrpSpPr/>
          <p:nvPr/>
        </p:nvGrpSpPr>
        <p:grpSpPr>
          <a:xfrm>
            <a:off x="3073924" y="3158422"/>
            <a:ext cx="358229" cy="314961"/>
            <a:chOff x="-45664625" y="2352225"/>
            <a:chExt cx="300125" cy="263875"/>
          </a:xfrm>
        </p:grpSpPr>
        <p:sp>
          <p:nvSpPr>
            <p:cNvPr id="9714" name="Google Shape;9714;p6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63"/>
          <p:cNvGrpSpPr/>
          <p:nvPr/>
        </p:nvGrpSpPr>
        <p:grpSpPr>
          <a:xfrm>
            <a:off x="3073103" y="3592401"/>
            <a:ext cx="359870" cy="357573"/>
            <a:chOff x="-45665400" y="2703250"/>
            <a:chExt cx="301500" cy="299575"/>
          </a:xfrm>
        </p:grpSpPr>
        <p:sp>
          <p:nvSpPr>
            <p:cNvPr id="9722" name="Google Shape;9722;p6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63"/>
          <p:cNvGrpSpPr/>
          <p:nvPr/>
        </p:nvGrpSpPr>
        <p:grpSpPr>
          <a:xfrm>
            <a:off x="2174760" y="4033337"/>
            <a:ext cx="359154" cy="360109"/>
            <a:chOff x="-44528075" y="1982825"/>
            <a:chExt cx="300900" cy="301700"/>
          </a:xfrm>
        </p:grpSpPr>
        <p:sp>
          <p:nvSpPr>
            <p:cNvPr id="9727" name="Google Shape;9727;p6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4" name="Google Shape;9734;p63"/>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5" name="Google Shape;9735;p63"/>
          <p:cNvGrpSpPr/>
          <p:nvPr/>
        </p:nvGrpSpPr>
        <p:grpSpPr>
          <a:xfrm>
            <a:off x="2625923" y="1758885"/>
            <a:ext cx="358199" cy="358229"/>
            <a:chOff x="-49048250" y="2316775"/>
            <a:chExt cx="300100" cy="300125"/>
          </a:xfrm>
        </p:grpSpPr>
        <p:sp>
          <p:nvSpPr>
            <p:cNvPr id="9736" name="Google Shape;9736;p6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0" name="Google Shape;9740;p63"/>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1" name="Google Shape;9741;p63"/>
          <p:cNvGrpSpPr/>
          <p:nvPr/>
        </p:nvGrpSpPr>
        <p:grpSpPr>
          <a:xfrm>
            <a:off x="1290494" y="2699684"/>
            <a:ext cx="360109" cy="358199"/>
            <a:chOff x="-47160325" y="1974175"/>
            <a:chExt cx="301700" cy="300100"/>
          </a:xfrm>
        </p:grpSpPr>
        <p:sp>
          <p:nvSpPr>
            <p:cNvPr id="9742" name="Google Shape;9742;p6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63"/>
          <p:cNvGrpSpPr/>
          <p:nvPr/>
        </p:nvGrpSpPr>
        <p:grpSpPr>
          <a:xfrm>
            <a:off x="1290971" y="3146218"/>
            <a:ext cx="359154" cy="359124"/>
            <a:chOff x="-47159525" y="2342000"/>
            <a:chExt cx="300900" cy="300875"/>
          </a:xfrm>
        </p:grpSpPr>
        <p:sp>
          <p:nvSpPr>
            <p:cNvPr id="9745" name="Google Shape;9745;p6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63"/>
          <p:cNvGrpSpPr/>
          <p:nvPr/>
        </p:nvGrpSpPr>
        <p:grpSpPr>
          <a:xfrm>
            <a:off x="1291448" y="3603054"/>
            <a:ext cx="358199" cy="359154"/>
            <a:chOff x="-47157950" y="2712175"/>
            <a:chExt cx="300100" cy="300900"/>
          </a:xfrm>
        </p:grpSpPr>
        <p:sp>
          <p:nvSpPr>
            <p:cNvPr id="9751" name="Google Shape;9751;p6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8" name="Google Shape;9758;p63"/>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9" name="Google Shape;9759;p63"/>
          <p:cNvGrpSpPr/>
          <p:nvPr/>
        </p:nvGrpSpPr>
        <p:grpSpPr>
          <a:xfrm>
            <a:off x="3535175" y="3135863"/>
            <a:ext cx="315886" cy="358199"/>
            <a:chOff x="-45278675" y="2333325"/>
            <a:chExt cx="264650" cy="300100"/>
          </a:xfrm>
        </p:grpSpPr>
        <p:sp>
          <p:nvSpPr>
            <p:cNvPr id="9760" name="Google Shape;9760;p6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63"/>
          <p:cNvGrpSpPr/>
          <p:nvPr/>
        </p:nvGrpSpPr>
        <p:grpSpPr>
          <a:xfrm>
            <a:off x="3545500" y="3590820"/>
            <a:ext cx="295237" cy="358229"/>
            <a:chOff x="-45270025" y="2701925"/>
            <a:chExt cx="247350" cy="300125"/>
          </a:xfrm>
        </p:grpSpPr>
        <p:sp>
          <p:nvSpPr>
            <p:cNvPr id="9765" name="Google Shape;9765;p6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9" name="Google Shape;9769;p63"/>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0" name="Google Shape;9770;p63"/>
          <p:cNvGrpSpPr/>
          <p:nvPr/>
        </p:nvGrpSpPr>
        <p:grpSpPr>
          <a:xfrm>
            <a:off x="2209567" y="1743737"/>
            <a:ext cx="307444" cy="366556"/>
            <a:chOff x="2209567" y="1972337"/>
            <a:chExt cx="307444" cy="366556"/>
          </a:xfrm>
        </p:grpSpPr>
        <p:sp>
          <p:nvSpPr>
            <p:cNvPr id="9771" name="Google Shape;9771;p63"/>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3"/>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4" name="Google Shape;9774;p63"/>
            <p:cNvGrpSpPr/>
            <p:nvPr/>
          </p:nvGrpSpPr>
          <p:grpSpPr>
            <a:xfrm>
              <a:off x="2209567" y="2078266"/>
              <a:ext cx="307444" cy="260626"/>
              <a:chOff x="1636184" y="2959225"/>
              <a:chExt cx="232666" cy="197250"/>
            </a:xfrm>
          </p:grpSpPr>
          <p:sp>
            <p:nvSpPr>
              <p:cNvPr id="9775" name="Google Shape;9775;p6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3"/>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9778" name="Google Shape;9778;p6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9779" name="Google Shape;9779;p63"/>
          <p:cNvGrpSpPr/>
          <p:nvPr/>
        </p:nvGrpSpPr>
        <p:grpSpPr>
          <a:xfrm>
            <a:off x="3577265" y="2235011"/>
            <a:ext cx="258542" cy="365154"/>
            <a:chOff x="-47300587" y="123275"/>
            <a:chExt cx="190975" cy="269725"/>
          </a:xfrm>
        </p:grpSpPr>
        <p:sp>
          <p:nvSpPr>
            <p:cNvPr id="9780" name="Google Shape;9780;p6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63"/>
          <p:cNvGrpSpPr/>
          <p:nvPr/>
        </p:nvGrpSpPr>
        <p:grpSpPr>
          <a:xfrm>
            <a:off x="4870788" y="1304201"/>
            <a:ext cx="342328" cy="339793"/>
            <a:chOff x="-13966675" y="1639700"/>
            <a:chExt cx="354450" cy="351825"/>
          </a:xfrm>
        </p:grpSpPr>
        <p:sp>
          <p:nvSpPr>
            <p:cNvPr id="9786" name="Google Shape;9786;p6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1" name="Google Shape;9791;p63"/>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3"/>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3" name="Google Shape;9793;p63"/>
          <p:cNvGrpSpPr/>
          <p:nvPr/>
        </p:nvGrpSpPr>
        <p:grpSpPr>
          <a:xfrm>
            <a:off x="6667277" y="1303887"/>
            <a:ext cx="340034" cy="340420"/>
            <a:chOff x="-12199250" y="1662675"/>
            <a:chExt cx="352075" cy="352475"/>
          </a:xfrm>
        </p:grpSpPr>
        <p:sp>
          <p:nvSpPr>
            <p:cNvPr id="9794" name="Google Shape;9794;p6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63"/>
          <p:cNvGrpSpPr/>
          <p:nvPr/>
        </p:nvGrpSpPr>
        <p:grpSpPr>
          <a:xfrm>
            <a:off x="6666130" y="1710754"/>
            <a:ext cx="342328" cy="342328"/>
            <a:chOff x="-12199250" y="2096250"/>
            <a:chExt cx="354450" cy="354450"/>
          </a:xfrm>
        </p:grpSpPr>
        <p:sp>
          <p:nvSpPr>
            <p:cNvPr id="9798" name="Google Shape;9798;p6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3"/>
          <p:cNvGrpSpPr/>
          <p:nvPr/>
        </p:nvGrpSpPr>
        <p:grpSpPr>
          <a:xfrm>
            <a:off x="6667277" y="2119708"/>
            <a:ext cx="340034" cy="341579"/>
            <a:chOff x="-12199250" y="2530225"/>
            <a:chExt cx="352075" cy="353675"/>
          </a:xfrm>
        </p:grpSpPr>
        <p:sp>
          <p:nvSpPr>
            <p:cNvPr id="9801" name="Google Shape;9801;p6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5" name="Google Shape;9805;p63"/>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6" name="Google Shape;9806;p63"/>
          <p:cNvGrpSpPr/>
          <p:nvPr/>
        </p:nvGrpSpPr>
        <p:grpSpPr>
          <a:xfrm>
            <a:off x="4870788" y="2959488"/>
            <a:ext cx="342328" cy="339310"/>
            <a:chOff x="-10462550" y="2057650"/>
            <a:chExt cx="354450" cy="351325"/>
          </a:xfrm>
        </p:grpSpPr>
        <p:sp>
          <p:nvSpPr>
            <p:cNvPr id="9807" name="Google Shape;9807;p6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9" name="Google Shape;9809;p63"/>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0" name="Google Shape;9810;p63"/>
          <p:cNvGrpSpPr/>
          <p:nvPr/>
        </p:nvGrpSpPr>
        <p:grpSpPr>
          <a:xfrm>
            <a:off x="6649772" y="2551051"/>
            <a:ext cx="375044" cy="340541"/>
            <a:chOff x="-8692750" y="1622100"/>
            <a:chExt cx="388325" cy="352600"/>
          </a:xfrm>
        </p:grpSpPr>
        <p:sp>
          <p:nvSpPr>
            <p:cNvPr id="9811" name="Google Shape;9811;p6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63"/>
          <p:cNvGrpSpPr/>
          <p:nvPr/>
        </p:nvGrpSpPr>
        <p:grpSpPr>
          <a:xfrm>
            <a:off x="5304253" y="1303307"/>
            <a:ext cx="341555" cy="341579"/>
            <a:chOff x="-13529550" y="1639425"/>
            <a:chExt cx="353650" cy="353675"/>
          </a:xfrm>
        </p:grpSpPr>
        <p:sp>
          <p:nvSpPr>
            <p:cNvPr id="9814" name="Google Shape;9814;p6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63"/>
          <p:cNvGrpSpPr/>
          <p:nvPr/>
        </p:nvGrpSpPr>
        <p:grpSpPr>
          <a:xfrm>
            <a:off x="5303106" y="1711889"/>
            <a:ext cx="343849" cy="340058"/>
            <a:chOff x="-13531925" y="2075775"/>
            <a:chExt cx="356025" cy="352100"/>
          </a:xfrm>
        </p:grpSpPr>
        <p:sp>
          <p:nvSpPr>
            <p:cNvPr id="9823" name="Google Shape;9823;p6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63"/>
          <p:cNvGrpSpPr/>
          <p:nvPr/>
        </p:nvGrpSpPr>
        <p:grpSpPr>
          <a:xfrm>
            <a:off x="5304627" y="2120094"/>
            <a:ext cx="340807" cy="340807"/>
            <a:chOff x="-13528775" y="2507400"/>
            <a:chExt cx="352875" cy="352875"/>
          </a:xfrm>
        </p:grpSpPr>
        <p:sp>
          <p:nvSpPr>
            <p:cNvPr id="9826" name="Google Shape;9826;p6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9" name="Google Shape;9829;p63"/>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3"/>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1" name="Google Shape;9831;p63"/>
          <p:cNvGrpSpPr/>
          <p:nvPr/>
        </p:nvGrpSpPr>
        <p:grpSpPr>
          <a:xfrm>
            <a:off x="7140133" y="2119708"/>
            <a:ext cx="308090" cy="341579"/>
            <a:chOff x="-11747150" y="2530225"/>
            <a:chExt cx="319000" cy="353675"/>
          </a:xfrm>
        </p:grpSpPr>
        <p:sp>
          <p:nvSpPr>
            <p:cNvPr id="9832" name="Google Shape;9832;p6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63"/>
          <p:cNvGrpSpPr/>
          <p:nvPr/>
        </p:nvGrpSpPr>
        <p:grpSpPr>
          <a:xfrm>
            <a:off x="5304627" y="2550919"/>
            <a:ext cx="340807" cy="340807"/>
            <a:chOff x="-10027775" y="1622900"/>
            <a:chExt cx="352875" cy="352875"/>
          </a:xfrm>
        </p:grpSpPr>
        <p:sp>
          <p:nvSpPr>
            <p:cNvPr id="9835" name="Google Shape;9835;p6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1" name="Google Shape;9841;p63"/>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2" name="Google Shape;9842;p63"/>
          <p:cNvGrpSpPr/>
          <p:nvPr/>
        </p:nvGrpSpPr>
        <p:grpSpPr>
          <a:xfrm>
            <a:off x="8031595" y="2576583"/>
            <a:ext cx="322553" cy="342328"/>
            <a:chOff x="-10019125" y="2490075"/>
            <a:chExt cx="333975" cy="354450"/>
          </a:xfrm>
        </p:grpSpPr>
        <p:sp>
          <p:nvSpPr>
            <p:cNvPr id="9843" name="Google Shape;9843;p6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63"/>
          <p:cNvGrpSpPr/>
          <p:nvPr/>
        </p:nvGrpSpPr>
        <p:grpSpPr>
          <a:xfrm>
            <a:off x="6661180" y="2957593"/>
            <a:ext cx="352227" cy="343100"/>
            <a:chOff x="-8684100" y="2032450"/>
            <a:chExt cx="364700" cy="355250"/>
          </a:xfrm>
        </p:grpSpPr>
        <p:sp>
          <p:nvSpPr>
            <p:cNvPr id="9848" name="Google Shape;9848;p6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1" name="Google Shape;9851;p63"/>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2" name="Google Shape;9852;p63"/>
          <p:cNvGrpSpPr/>
          <p:nvPr/>
        </p:nvGrpSpPr>
        <p:grpSpPr>
          <a:xfrm>
            <a:off x="5752039" y="1711056"/>
            <a:ext cx="343849" cy="341724"/>
            <a:chOff x="-13095575" y="2073400"/>
            <a:chExt cx="356025" cy="353825"/>
          </a:xfrm>
        </p:grpSpPr>
        <p:sp>
          <p:nvSpPr>
            <p:cNvPr id="9853" name="Google Shape;9853;p6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1" name="Google Shape;9861;p63"/>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2" name="Google Shape;9862;p63"/>
          <p:cNvGrpSpPr/>
          <p:nvPr/>
        </p:nvGrpSpPr>
        <p:grpSpPr>
          <a:xfrm>
            <a:off x="7576787" y="1302885"/>
            <a:ext cx="343100" cy="342424"/>
            <a:chOff x="-11332875" y="1660700"/>
            <a:chExt cx="355250" cy="354550"/>
          </a:xfrm>
        </p:grpSpPr>
        <p:sp>
          <p:nvSpPr>
            <p:cNvPr id="9863" name="Google Shape;9863;p6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7" name="Google Shape;9867;p63"/>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3"/>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9" name="Google Shape;9869;p63"/>
          <p:cNvGrpSpPr/>
          <p:nvPr/>
        </p:nvGrpSpPr>
        <p:grpSpPr>
          <a:xfrm>
            <a:off x="5774096" y="2549397"/>
            <a:ext cx="299736" cy="343849"/>
            <a:chOff x="-9570950" y="1622100"/>
            <a:chExt cx="310350" cy="356025"/>
          </a:xfrm>
        </p:grpSpPr>
        <p:sp>
          <p:nvSpPr>
            <p:cNvPr id="9870" name="Google Shape;9870;p6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63"/>
          <p:cNvGrpSpPr/>
          <p:nvPr/>
        </p:nvGrpSpPr>
        <p:grpSpPr>
          <a:xfrm>
            <a:off x="5752800" y="2958353"/>
            <a:ext cx="342328" cy="341579"/>
            <a:chOff x="-9594575" y="2056875"/>
            <a:chExt cx="354450" cy="353675"/>
          </a:xfrm>
        </p:grpSpPr>
        <p:sp>
          <p:nvSpPr>
            <p:cNvPr id="9873" name="Google Shape;9873;p6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6" name="Google Shape;9876;p63"/>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7" name="Google Shape;9877;p63"/>
          <p:cNvGrpSpPr/>
          <p:nvPr/>
        </p:nvGrpSpPr>
        <p:grpSpPr>
          <a:xfrm>
            <a:off x="6208482" y="1303693"/>
            <a:ext cx="342328" cy="340807"/>
            <a:chOff x="-12661600" y="1640225"/>
            <a:chExt cx="354450" cy="352875"/>
          </a:xfrm>
        </p:grpSpPr>
        <p:sp>
          <p:nvSpPr>
            <p:cNvPr id="9878" name="Google Shape;9878;p6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63"/>
          <p:cNvGrpSpPr/>
          <p:nvPr/>
        </p:nvGrpSpPr>
        <p:grpSpPr>
          <a:xfrm>
            <a:off x="6208857" y="1732231"/>
            <a:ext cx="341579" cy="299374"/>
            <a:chOff x="-12660025" y="2096250"/>
            <a:chExt cx="353675" cy="309975"/>
          </a:xfrm>
        </p:grpSpPr>
        <p:sp>
          <p:nvSpPr>
            <p:cNvPr id="9882" name="Google Shape;9882;p6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63"/>
          <p:cNvGrpSpPr/>
          <p:nvPr/>
        </p:nvGrpSpPr>
        <p:grpSpPr>
          <a:xfrm>
            <a:off x="6207335" y="2119527"/>
            <a:ext cx="344622" cy="341941"/>
            <a:chOff x="-12663175" y="2506800"/>
            <a:chExt cx="356825" cy="354050"/>
          </a:xfrm>
        </p:grpSpPr>
        <p:sp>
          <p:nvSpPr>
            <p:cNvPr id="9889" name="Google Shape;9889;p6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63"/>
          <p:cNvGrpSpPr/>
          <p:nvPr/>
        </p:nvGrpSpPr>
        <p:grpSpPr>
          <a:xfrm>
            <a:off x="8022468" y="1303307"/>
            <a:ext cx="340807" cy="341579"/>
            <a:chOff x="-10896525" y="1663050"/>
            <a:chExt cx="352875" cy="353675"/>
          </a:xfrm>
        </p:grpSpPr>
        <p:sp>
          <p:nvSpPr>
            <p:cNvPr id="9894" name="Google Shape;9894;p6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6" name="Google Shape;9896;p63"/>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7" name="Google Shape;9897;p63"/>
          <p:cNvGrpSpPr/>
          <p:nvPr/>
        </p:nvGrpSpPr>
        <p:grpSpPr>
          <a:xfrm>
            <a:off x="8022082" y="2130742"/>
            <a:ext cx="341579" cy="319511"/>
            <a:chOff x="-10898100" y="2542050"/>
            <a:chExt cx="353675" cy="330825"/>
          </a:xfrm>
        </p:grpSpPr>
        <p:sp>
          <p:nvSpPr>
            <p:cNvPr id="9898" name="Google Shape;9898;p6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63"/>
          <p:cNvGrpSpPr/>
          <p:nvPr/>
        </p:nvGrpSpPr>
        <p:grpSpPr>
          <a:xfrm>
            <a:off x="6209617" y="2551607"/>
            <a:ext cx="340058" cy="339430"/>
            <a:chOff x="-9157450" y="1622750"/>
            <a:chExt cx="352100" cy="351450"/>
          </a:xfrm>
        </p:grpSpPr>
        <p:sp>
          <p:nvSpPr>
            <p:cNvPr id="9905" name="Google Shape;9905;p6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63"/>
          <p:cNvGrpSpPr/>
          <p:nvPr/>
        </p:nvGrpSpPr>
        <p:grpSpPr>
          <a:xfrm>
            <a:off x="6247658" y="2959874"/>
            <a:ext cx="263977" cy="338537"/>
            <a:chOff x="-9119650" y="2056875"/>
            <a:chExt cx="273325" cy="350525"/>
          </a:xfrm>
        </p:grpSpPr>
        <p:sp>
          <p:nvSpPr>
            <p:cNvPr id="9908" name="Google Shape;9908;p6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0" name="Google Shape;9910;p63"/>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3"/>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2" name="Google Shape;9912;p63"/>
          <p:cNvGrpSpPr/>
          <p:nvPr/>
        </p:nvGrpSpPr>
        <p:grpSpPr>
          <a:xfrm>
            <a:off x="7576790" y="2989279"/>
            <a:ext cx="343094" cy="341569"/>
            <a:chOff x="6001575" y="3119050"/>
            <a:chExt cx="315025" cy="313625"/>
          </a:xfrm>
        </p:grpSpPr>
        <p:sp>
          <p:nvSpPr>
            <p:cNvPr id="9913" name="Google Shape;9913;p6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18" name="Shape 9918"/>
        <p:cNvGrpSpPr/>
        <p:nvPr/>
      </p:nvGrpSpPr>
      <p:grpSpPr>
        <a:xfrm>
          <a:off x="0" y="0"/>
          <a:ext cx="0" cy="0"/>
          <a:chOff x="0" y="0"/>
          <a:chExt cx="0" cy="0"/>
        </a:xfrm>
      </p:grpSpPr>
      <p:sp>
        <p:nvSpPr>
          <p:cNvPr id="9919" name="Google Shape;9919;p64"/>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0" name="Google Shape;9920;p64"/>
          <p:cNvGrpSpPr/>
          <p:nvPr/>
        </p:nvGrpSpPr>
        <p:grpSpPr>
          <a:xfrm>
            <a:off x="829227" y="2273195"/>
            <a:ext cx="476329" cy="476213"/>
            <a:chOff x="-21298675" y="2414425"/>
            <a:chExt cx="306400" cy="306325"/>
          </a:xfrm>
        </p:grpSpPr>
        <p:sp>
          <p:nvSpPr>
            <p:cNvPr id="9921" name="Google Shape;9921;p6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64"/>
          <p:cNvGrpSpPr/>
          <p:nvPr/>
        </p:nvGrpSpPr>
        <p:grpSpPr>
          <a:xfrm>
            <a:off x="828605" y="2865128"/>
            <a:ext cx="477573" cy="445432"/>
            <a:chOff x="-21299475" y="2798025"/>
            <a:chExt cx="307200" cy="286525"/>
          </a:xfrm>
        </p:grpSpPr>
        <p:sp>
          <p:nvSpPr>
            <p:cNvPr id="9925" name="Google Shape;9925;p6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7" name="Google Shape;9937;p64"/>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4"/>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0" name="Google Shape;9940;p64"/>
          <p:cNvGrpSpPr/>
          <p:nvPr/>
        </p:nvGrpSpPr>
        <p:grpSpPr>
          <a:xfrm>
            <a:off x="6697960" y="1688917"/>
            <a:ext cx="413912" cy="472676"/>
            <a:chOff x="-17545650" y="2051350"/>
            <a:chExt cx="266250" cy="304050"/>
          </a:xfrm>
        </p:grpSpPr>
        <p:sp>
          <p:nvSpPr>
            <p:cNvPr id="9941" name="Google Shape;9941;p6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5" name="Google Shape;9945;p64"/>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6" name="Google Shape;9946;p64"/>
          <p:cNvGrpSpPr/>
          <p:nvPr/>
        </p:nvGrpSpPr>
        <p:grpSpPr>
          <a:xfrm>
            <a:off x="6668578" y="2865574"/>
            <a:ext cx="472676" cy="444538"/>
            <a:chOff x="-17565350" y="2809825"/>
            <a:chExt cx="304050" cy="285950"/>
          </a:xfrm>
        </p:grpSpPr>
        <p:sp>
          <p:nvSpPr>
            <p:cNvPr id="9947" name="Google Shape;9947;p6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2" name="Google Shape;9952;p64"/>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4"/>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5" name="Google Shape;9955;p64"/>
          <p:cNvGrpSpPr/>
          <p:nvPr/>
        </p:nvGrpSpPr>
        <p:grpSpPr>
          <a:xfrm>
            <a:off x="1441487" y="2850904"/>
            <a:ext cx="416283" cy="473881"/>
            <a:chOff x="-20904875" y="2788575"/>
            <a:chExt cx="267775" cy="304825"/>
          </a:xfrm>
        </p:grpSpPr>
        <p:sp>
          <p:nvSpPr>
            <p:cNvPr id="9956" name="Google Shape;9956;p6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64"/>
          <p:cNvGrpSpPr/>
          <p:nvPr/>
        </p:nvGrpSpPr>
        <p:grpSpPr>
          <a:xfrm>
            <a:off x="4381902" y="2275564"/>
            <a:ext cx="360045" cy="471471"/>
            <a:chOff x="-19006700" y="2434925"/>
            <a:chExt cx="231600" cy="303275"/>
          </a:xfrm>
        </p:grpSpPr>
        <p:sp>
          <p:nvSpPr>
            <p:cNvPr id="9959" name="Google Shape;9959;p6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3" name="Google Shape;9963;p64"/>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4"/>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5" name="Google Shape;9965;p64"/>
          <p:cNvGrpSpPr/>
          <p:nvPr/>
        </p:nvGrpSpPr>
        <p:grpSpPr>
          <a:xfrm>
            <a:off x="7260501" y="2289051"/>
            <a:ext cx="473881" cy="444499"/>
            <a:chOff x="-17190425" y="2435725"/>
            <a:chExt cx="304825" cy="285925"/>
          </a:xfrm>
        </p:grpSpPr>
        <p:sp>
          <p:nvSpPr>
            <p:cNvPr id="9966" name="Google Shape;9966;p6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9" name="Google Shape;9969;p64"/>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0" name="Google Shape;9970;p64"/>
          <p:cNvGrpSpPr/>
          <p:nvPr/>
        </p:nvGrpSpPr>
        <p:grpSpPr>
          <a:xfrm>
            <a:off x="4915227" y="3444650"/>
            <a:ext cx="476329" cy="475086"/>
            <a:chOff x="-15719925" y="2416825"/>
            <a:chExt cx="306400" cy="305600"/>
          </a:xfrm>
        </p:grpSpPr>
        <p:sp>
          <p:nvSpPr>
            <p:cNvPr id="9971" name="Google Shape;9971;p6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4" name="Google Shape;9974;p64"/>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4"/>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6" name="Google Shape;9976;p64"/>
          <p:cNvGrpSpPr/>
          <p:nvPr/>
        </p:nvGrpSpPr>
        <p:grpSpPr>
          <a:xfrm>
            <a:off x="2001521" y="2851506"/>
            <a:ext cx="479983" cy="472676"/>
            <a:chOff x="-20550425" y="2789350"/>
            <a:chExt cx="308750" cy="304050"/>
          </a:xfrm>
        </p:grpSpPr>
        <p:sp>
          <p:nvSpPr>
            <p:cNvPr id="9977" name="Google Shape;9977;p6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64"/>
          <p:cNvGrpSpPr/>
          <p:nvPr/>
        </p:nvGrpSpPr>
        <p:grpSpPr>
          <a:xfrm>
            <a:off x="4916888" y="1688158"/>
            <a:ext cx="473920" cy="474192"/>
            <a:chOff x="-18666450" y="2059825"/>
            <a:chExt cx="304850" cy="305025"/>
          </a:xfrm>
        </p:grpSpPr>
        <p:sp>
          <p:nvSpPr>
            <p:cNvPr id="9980" name="Google Shape;9980;p6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64"/>
          <p:cNvGrpSpPr/>
          <p:nvPr/>
        </p:nvGrpSpPr>
        <p:grpSpPr>
          <a:xfrm>
            <a:off x="4916286" y="2275584"/>
            <a:ext cx="475125" cy="471432"/>
            <a:chOff x="-18668025" y="2435725"/>
            <a:chExt cx="305625" cy="303250"/>
          </a:xfrm>
        </p:grpSpPr>
        <p:sp>
          <p:nvSpPr>
            <p:cNvPr id="9983" name="Google Shape;9983;p6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64"/>
          <p:cNvGrpSpPr/>
          <p:nvPr/>
        </p:nvGrpSpPr>
        <p:grpSpPr>
          <a:xfrm>
            <a:off x="4915683" y="2850902"/>
            <a:ext cx="476329" cy="473881"/>
            <a:chOff x="-18668800" y="2807475"/>
            <a:chExt cx="306400" cy="304825"/>
          </a:xfrm>
        </p:grpSpPr>
        <p:sp>
          <p:nvSpPr>
            <p:cNvPr id="9986" name="Google Shape;9986;p6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64"/>
          <p:cNvGrpSpPr/>
          <p:nvPr/>
        </p:nvGrpSpPr>
        <p:grpSpPr>
          <a:xfrm>
            <a:off x="7869652" y="1687693"/>
            <a:ext cx="416361" cy="475125"/>
            <a:chOff x="-16798200" y="2050575"/>
            <a:chExt cx="267825" cy="305625"/>
          </a:xfrm>
        </p:grpSpPr>
        <p:sp>
          <p:nvSpPr>
            <p:cNvPr id="9996" name="Google Shape;9996;p6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64"/>
          <p:cNvGrpSpPr/>
          <p:nvPr/>
        </p:nvGrpSpPr>
        <p:grpSpPr>
          <a:xfrm>
            <a:off x="7840270" y="2852127"/>
            <a:ext cx="475125" cy="471432"/>
            <a:chOff x="-16817100" y="2801175"/>
            <a:chExt cx="305625" cy="303250"/>
          </a:xfrm>
        </p:grpSpPr>
        <p:sp>
          <p:nvSpPr>
            <p:cNvPr id="10000" name="Google Shape;10000;p6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64"/>
          <p:cNvGrpSpPr/>
          <p:nvPr/>
        </p:nvGrpSpPr>
        <p:grpSpPr>
          <a:xfrm>
            <a:off x="7247390" y="3444614"/>
            <a:ext cx="476329" cy="475125"/>
            <a:chOff x="-15717575" y="2786200"/>
            <a:chExt cx="306400" cy="305625"/>
          </a:xfrm>
        </p:grpSpPr>
        <p:sp>
          <p:nvSpPr>
            <p:cNvPr id="10009" name="Google Shape;10009;p6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4"/>
          <p:cNvGrpSpPr/>
          <p:nvPr/>
        </p:nvGrpSpPr>
        <p:grpSpPr>
          <a:xfrm>
            <a:off x="2584963" y="1688296"/>
            <a:ext cx="475125" cy="473920"/>
            <a:chOff x="-20173175" y="2038750"/>
            <a:chExt cx="305625" cy="304850"/>
          </a:xfrm>
        </p:grpSpPr>
        <p:sp>
          <p:nvSpPr>
            <p:cNvPr id="10017" name="Google Shape;10017;p6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9" name="Google Shape;10019;p64"/>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0" name="Google Shape;10020;p64"/>
          <p:cNvGrpSpPr/>
          <p:nvPr/>
        </p:nvGrpSpPr>
        <p:grpSpPr>
          <a:xfrm>
            <a:off x="2586187" y="2850282"/>
            <a:ext cx="472676" cy="475125"/>
            <a:chOff x="-20173175" y="2787775"/>
            <a:chExt cx="304050" cy="305625"/>
          </a:xfrm>
        </p:grpSpPr>
        <p:sp>
          <p:nvSpPr>
            <p:cNvPr id="10021" name="Google Shape;10021;p6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64"/>
          <p:cNvGrpSpPr/>
          <p:nvPr/>
        </p:nvGrpSpPr>
        <p:grpSpPr>
          <a:xfrm>
            <a:off x="5511171" y="2275564"/>
            <a:ext cx="473881" cy="471471"/>
            <a:chOff x="-18294675" y="2434925"/>
            <a:chExt cx="304825" cy="303275"/>
          </a:xfrm>
        </p:grpSpPr>
        <p:sp>
          <p:nvSpPr>
            <p:cNvPr id="10029" name="Google Shape;10029;p6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64"/>
          <p:cNvGrpSpPr/>
          <p:nvPr/>
        </p:nvGrpSpPr>
        <p:grpSpPr>
          <a:xfrm>
            <a:off x="5567487" y="2852107"/>
            <a:ext cx="361250" cy="471471"/>
            <a:chOff x="-18258450" y="2809825"/>
            <a:chExt cx="232375" cy="303275"/>
          </a:xfrm>
        </p:grpSpPr>
        <p:sp>
          <p:nvSpPr>
            <p:cNvPr id="10033" name="Google Shape;10033;p6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6" name="Google Shape;10036;p64"/>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7" name="Google Shape;10037;p64"/>
          <p:cNvGrpSpPr/>
          <p:nvPr/>
        </p:nvGrpSpPr>
        <p:grpSpPr>
          <a:xfrm>
            <a:off x="3777686" y="3445233"/>
            <a:ext cx="415117" cy="473920"/>
            <a:chOff x="-16422500" y="2425450"/>
            <a:chExt cx="267025" cy="304850"/>
          </a:xfrm>
        </p:grpSpPr>
        <p:sp>
          <p:nvSpPr>
            <p:cNvPr id="10038" name="Google Shape;10038;p6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64"/>
          <p:cNvGrpSpPr/>
          <p:nvPr/>
        </p:nvGrpSpPr>
        <p:grpSpPr>
          <a:xfrm>
            <a:off x="6080447" y="3445838"/>
            <a:ext cx="473920" cy="472676"/>
            <a:chOff x="-16442200" y="2801175"/>
            <a:chExt cx="304850" cy="304050"/>
          </a:xfrm>
        </p:grpSpPr>
        <p:sp>
          <p:nvSpPr>
            <p:cNvPr id="10042" name="Google Shape;10042;p6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5" name="Google Shape;10045;p64"/>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4"/>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7" name="Google Shape;10047;p64"/>
          <p:cNvGrpSpPr/>
          <p:nvPr/>
        </p:nvGrpSpPr>
        <p:grpSpPr>
          <a:xfrm>
            <a:off x="3156161" y="2276343"/>
            <a:ext cx="481265" cy="469917"/>
            <a:chOff x="-19802200" y="2416025"/>
            <a:chExt cx="309575" cy="302275"/>
          </a:xfrm>
        </p:grpSpPr>
        <p:sp>
          <p:nvSpPr>
            <p:cNvPr id="10048" name="Google Shape;10048;p6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4"/>
          <p:cNvGrpSpPr/>
          <p:nvPr/>
        </p:nvGrpSpPr>
        <p:grpSpPr>
          <a:xfrm>
            <a:off x="3159232" y="2851506"/>
            <a:ext cx="475125" cy="472676"/>
            <a:chOff x="-19801400" y="2788575"/>
            <a:chExt cx="305625" cy="304050"/>
          </a:xfrm>
        </p:grpSpPr>
        <p:sp>
          <p:nvSpPr>
            <p:cNvPr id="10054" name="Google Shape;10054;p6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64"/>
          <p:cNvGrpSpPr/>
          <p:nvPr/>
        </p:nvGrpSpPr>
        <p:grpSpPr>
          <a:xfrm>
            <a:off x="6114308" y="1688916"/>
            <a:ext cx="422463" cy="472676"/>
            <a:chOff x="-17903225" y="2060800"/>
            <a:chExt cx="271750" cy="304050"/>
          </a:xfrm>
        </p:grpSpPr>
        <p:sp>
          <p:nvSpPr>
            <p:cNvPr id="10061" name="Google Shape;10061;p6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64"/>
          <p:cNvGrpSpPr/>
          <p:nvPr/>
        </p:nvGrpSpPr>
        <p:grpSpPr>
          <a:xfrm>
            <a:off x="6088599" y="2274962"/>
            <a:ext cx="473881" cy="472676"/>
            <a:chOff x="-17918975" y="2435725"/>
            <a:chExt cx="304825" cy="304050"/>
          </a:xfrm>
        </p:grpSpPr>
        <p:sp>
          <p:nvSpPr>
            <p:cNvPr id="10065" name="Google Shape;10065;p6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64"/>
          <p:cNvGrpSpPr/>
          <p:nvPr/>
        </p:nvGrpSpPr>
        <p:grpSpPr>
          <a:xfrm>
            <a:off x="6117359" y="2852729"/>
            <a:ext cx="416361" cy="470228"/>
            <a:chOff x="-17899300" y="2810625"/>
            <a:chExt cx="267825" cy="302475"/>
          </a:xfrm>
        </p:grpSpPr>
        <p:sp>
          <p:nvSpPr>
            <p:cNvPr id="10068" name="Google Shape;10068;p6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64"/>
          <p:cNvGrpSpPr/>
          <p:nvPr/>
        </p:nvGrpSpPr>
        <p:grpSpPr>
          <a:xfrm>
            <a:off x="2023212" y="3461166"/>
            <a:ext cx="472676" cy="442089"/>
            <a:chOff x="-16066500" y="2060800"/>
            <a:chExt cx="304050" cy="284375"/>
          </a:xfrm>
        </p:grpSpPr>
        <p:sp>
          <p:nvSpPr>
            <p:cNvPr id="10072" name="Google Shape;10072;p6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7" name="Google Shape;10077;p64"/>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4"/>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4"/>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0" name="Google Shape;10080;p64"/>
          <p:cNvGrpSpPr/>
          <p:nvPr/>
        </p:nvGrpSpPr>
        <p:grpSpPr>
          <a:xfrm>
            <a:off x="7907919" y="2297751"/>
            <a:ext cx="368362" cy="419314"/>
            <a:chOff x="4995050" y="3245650"/>
            <a:chExt cx="236950" cy="269725"/>
          </a:xfrm>
        </p:grpSpPr>
        <p:sp>
          <p:nvSpPr>
            <p:cNvPr id="10081" name="Google Shape;10081;p6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4" name="Google Shape;10084;p64"/>
            <p:cNvGrpSpPr/>
            <p:nvPr/>
          </p:nvGrpSpPr>
          <p:grpSpPr>
            <a:xfrm>
              <a:off x="4995050" y="3245650"/>
              <a:ext cx="236950" cy="269725"/>
              <a:chOff x="4995050" y="3245650"/>
              <a:chExt cx="236950" cy="269725"/>
            </a:xfrm>
          </p:grpSpPr>
          <p:sp>
            <p:nvSpPr>
              <p:cNvPr id="10085" name="Google Shape;10085;p6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87" name="Google Shape;10087;p64"/>
          <p:cNvGrpSpPr/>
          <p:nvPr/>
        </p:nvGrpSpPr>
        <p:grpSpPr>
          <a:xfrm>
            <a:off x="5507712" y="1689744"/>
            <a:ext cx="483749" cy="481292"/>
            <a:chOff x="4724650" y="2885700"/>
            <a:chExt cx="270750" cy="269375"/>
          </a:xfrm>
        </p:grpSpPr>
        <p:sp>
          <p:nvSpPr>
            <p:cNvPr id="10088" name="Google Shape;10088;p6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64"/>
          <p:cNvGrpSpPr/>
          <p:nvPr/>
        </p:nvGrpSpPr>
        <p:grpSpPr>
          <a:xfrm>
            <a:off x="4374817" y="1683870"/>
            <a:ext cx="389425" cy="467822"/>
            <a:chOff x="4459350" y="2882125"/>
            <a:chExt cx="228375" cy="274350"/>
          </a:xfrm>
        </p:grpSpPr>
        <p:sp>
          <p:nvSpPr>
            <p:cNvPr id="10096" name="Google Shape;10096;p6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101" name="Google Shape;10101;p6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102" name="Google Shape;10102;p6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06" name="Shape 10106"/>
        <p:cNvGrpSpPr/>
        <p:nvPr/>
      </p:nvGrpSpPr>
      <p:grpSpPr>
        <a:xfrm>
          <a:off x="0" y="0"/>
          <a:ext cx="0" cy="0"/>
          <a:chOff x="0" y="0"/>
          <a:chExt cx="0" cy="0"/>
        </a:xfrm>
      </p:grpSpPr>
      <p:sp>
        <p:nvSpPr>
          <p:cNvPr id="10107" name="Google Shape;10107;p6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108" name="Google Shape;10108;p65"/>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9" name="Google Shape;10109;p65"/>
          <p:cNvGrpSpPr/>
          <p:nvPr/>
        </p:nvGrpSpPr>
        <p:grpSpPr>
          <a:xfrm>
            <a:off x="835580" y="2140412"/>
            <a:ext cx="426462" cy="420796"/>
            <a:chOff x="-6713450" y="2397900"/>
            <a:chExt cx="295375" cy="291450"/>
          </a:xfrm>
        </p:grpSpPr>
        <p:sp>
          <p:nvSpPr>
            <p:cNvPr id="10110" name="Google Shape;10110;p6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2" name="Google Shape;10112;p65"/>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3" name="Google Shape;10113;p65"/>
          <p:cNvGrpSpPr/>
          <p:nvPr/>
        </p:nvGrpSpPr>
        <p:grpSpPr>
          <a:xfrm>
            <a:off x="3540341" y="1631401"/>
            <a:ext cx="423069" cy="420507"/>
            <a:chOff x="-4932650" y="2046625"/>
            <a:chExt cx="293025" cy="291250"/>
          </a:xfrm>
        </p:grpSpPr>
        <p:sp>
          <p:nvSpPr>
            <p:cNvPr id="10114" name="Google Shape;10114;p6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6" name="Google Shape;10116;p65"/>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7" name="Google Shape;10117;p65"/>
          <p:cNvGrpSpPr/>
          <p:nvPr/>
        </p:nvGrpSpPr>
        <p:grpSpPr>
          <a:xfrm>
            <a:off x="3552272" y="2660957"/>
            <a:ext cx="423069" cy="420796"/>
            <a:chOff x="-4931075" y="2765725"/>
            <a:chExt cx="293025" cy="291450"/>
          </a:xfrm>
        </p:grpSpPr>
        <p:sp>
          <p:nvSpPr>
            <p:cNvPr id="10118" name="Google Shape;10118;p6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5"/>
          <p:cNvGrpSpPr/>
          <p:nvPr/>
        </p:nvGrpSpPr>
        <p:grpSpPr>
          <a:xfrm>
            <a:off x="6257840" y="1656289"/>
            <a:ext cx="420796" cy="370732"/>
            <a:chOff x="-3137650" y="2067900"/>
            <a:chExt cx="291450" cy="256775"/>
          </a:xfrm>
        </p:grpSpPr>
        <p:sp>
          <p:nvSpPr>
            <p:cNvPr id="10121" name="Google Shape;10121;p6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65"/>
          <p:cNvGrpSpPr/>
          <p:nvPr/>
        </p:nvGrpSpPr>
        <p:grpSpPr>
          <a:xfrm>
            <a:off x="6257840" y="2139926"/>
            <a:ext cx="420796" cy="421770"/>
            <a:chOff x="-3137650" y="2408950"/>
            <a:chExt cx="291450" cy="292125"/>
          </a:xfrm>
        </p:grpSpPr>
        <p:sp>
          <p:nvSpPr>
            <p:cNvPr id="10125" name="Google Shape;10125;p6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65"/>
          <p:cNvGrpSpPr/>
          <p:nvPr/>
        </p:nvGrpSpPr>
        <p:grpSpPr>
          <a:xfrm>
            <a:off x="6269771" y="2685412"/>
            <a:ext cx="420796" cy="371887"/>
            <a:chOff x="-3137650" y="2787000"/>
            <a:chExt cx="291450" cy="257575"/>
          </a:xfrm>
        </p:grpSpPr>
        <p:sp>
          <p:nvSpPr>
            <p:cNvPr id="10131" name="Google Shape;10131;p6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9" name="Google Shape;10139;p65"/>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5"/>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5"/>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2" name="Google Shape;10142;p65"/>
          <p:cNvGrpSpPr/>
          <p:nvPr/>
        </p:nvGrpSpPr>
        <p:grpSpPr>
          <a:xfrm>
            <a:off x="1387948" y="2660397"/>
            <a:ext cx="421914" cy="421914"/>
            <a:chOff x="-6354300" y="2757075"/>
            <a:chExt cx="292225" cy="292225"/>
          </a:xfrm>
        </p:grpSpPr>
        <p:sp>
          <p:nvSpPr>
            <p:cNvPr id="10143" name="Google Shape;10143;p6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5"/>
          <p:cNvGrpSpPr/>
          <p:nvPr/>
        </p:nvGrpSpPr>
        <p:grpSpPr>
          <a:xfrm>
            <a:off x="4081951" y="1629560"/>
            <a:ext cx="424188" cy="424188"/>
            <a:chOff x="-4573475" y="2045850"/>
            <a:chExt cx="293800" cy="293800"/>
          </a:xfrm>
        </p:grpSpPr>
        <p:sp>
          <p:nvSpPr>
            <p:cNvPr id="10148" name="Google Shape;10148;p6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65"/>
          <p:cNvGrpSpPr/>
          <p:nvPr/>
        </p:nvGrpSpPr>
        <p:grpSpPr>
          <a:xfrm>
            <a:off x="4081374" y="2138699"/>
            <a:ext cx="425343" cy="424225"/>
            <a:chOff x="-4570325" y="2405775"/>
            <a:chExt cx="294600" cy="293825"/>
          </a:xfrm>
        </p:grpSpPr>
        <p:sp>
          <p:nvSpPr>
            <p:cNvPr id="10151" name="Google Shape;10151;p6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65"/>
          <p:cNvGrpSpPr/>
          <p:nvPr/>
        </p:nvGrpSpPr>
        <p:grpSpPr>
          <a:xfrm>
            <a:off x="4094442" y="2659838"/>
            <a:ext cx="423069" cy="423033"/>
            <a:chOff x="-4572700" y="2764950"/>
            <a:chExt cx="293025" cy="293000"/>
          </a:xfrm>
        </p:grpSpPr>
        <p:sp>
          <p:nvSpPr>
            <p:cNvPr id="10154" name="Google Shape;10154;p6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65"/>
          <p:cNvGrpSpPr/>
          <p:nvPr/>
        </p:nvGrpSpPr>
        <p:grpSpPr>
          <a:xfrm>
            <a:off x="6813205" y="1631239"/>
            <a:ext cx="414840" cy="420832"/>
            <a:chOff x="-2777700" y="2049775"/>
            <a:chExt cx="287325" cy="291475"/>
          </a:xfrm>
        </p:grpSpPr>
        <p:sp>
          <p:nvSpPr>
            <p:cNvPr id="10160" name="Google Shape;10160;p6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65"/>
          <p:cNvGrpSpPr/>
          <p:nvPr/>
        </p:nvGrpSpPr>
        <p:grpSpPr>
          <a:xfrm>
            <a:off x="6809667" y="2140431"/>
            <a:ext cx="421914" cy="420759"/>
            <a:chOff x="-2571737" y="2403625"/>
            <a:chExt cx="292225" cy="291425"/>
          </a:xfrm>
        </p:grpSpPr>
        <p:sp>
          <p:nvSpPr>
            <p:cNvPr id="10164" name="Google Shape;10164;p6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65"/>
          <p:cNvGrpSpPr/>
          <p:nvPr/>
        </p:nvGrpSpPr>
        <p:grpSpPr>
          <a:xfrm>
            <a:off x="6809667" y="2661534"/>
            <a:ext cx="421914" cy="419640"/>
            <a:chOff x="-2571737" y="2764550"/>
            <a:chExt cx="292225" cy="290650"/>
          </a:xfrm>
        </p:grpSpPr>
        <p:sp>
          <p:nvSpPr>
            <p:cNvPr id="10172" name="Google Shape;10172;p6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5"/>
          <p:cNvGrpSpPr/>
          <p:nvPr/>
        </p:nvGrpSpPr>
        <p:grpSpPr>
          <a:xfrm>
            <a:off x="3009168" y="3230538"/>
            <a:ext cx="421914" cy="423864"/>
            <a:chOff x="-1333975" y="2365850"/>
            <a:chExt cx="292225" cy="293575"/>
          </a:xfrm>
        </p:grpSpPr>
        <p:sp>
          <p:nvSpPr>
            <p:cNvPr id="10176" name="Google Shape;10176;p6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65"/>
          <p:cNvGrpSpPr/>
          <p:nvPr/>
        </p:nvGrpSpPr>
        <p:grpSpPr>
          <a:xfrm>
            <a:off x="1942643" y="2660397"/>
            <a:ext cx="398020" cy="421914"/>
            <a:chOff x="-5995925" y="2757850"/>
            <a:chExt cx="275675" cy="292225"/>
          </a:xfrm>
        </p:grpSpPr>
        <p:sp>
          <p:nvSpPr>
            <p:cNvPr id="10185" name="Google Shape;10185;p6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65"/>
          <p:cNvGrpSpPr/>
          <p:nvPr/>
        </p:nvGrpSpPr>
        <p:grpSpPr>
          <a:xfrm>
            <a:off x="4622930" y="1631816"/>
            <a:ext cx="421951" cy="419677"/>
            <a:chOff x="-4211975" y="2046625"/>
            <a:chExt cx="292250" cy="290675"/>
          </a:xfrm>
        </p:grpSpPr>
        <p:sp>
          <p:nvSpPr>
            <p:cNvPr id="10195" name="Google Shape;10195;p6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65"/>
          <p:cNvGrpSpPr/>
          <p:nvPr/>
        </p:nvGrpSpPr>
        <p:grpSpPr>
          <a:xfrm>
            <a:off x="4672976" y="2138699"/>
            <a:ext cx="321859" cy="424225"/>
            <a:chOff x="-4178875" y="2405775"/>
            <a:chExt cx="222925" cy="293825"/>
          </a:xfrm>
        </p:grpSpPr>
        <p:sp>
          <p:nvSpPr>
            <p:cNvPr id="10198" name="Google Shape;10198;p6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65"/>
          <p:cNvGrpSpPr/>
          <p:nvPr/>
        </p:nvGrpSpPr>
        <p:grpSpPr>
          <a:xfrm>
            <a:off x="4635439" y="2673483"/>
            <a:ext cx="420796" cy="395746"/>
            <a:chOff x="-4211975" y="2783850"/>
            <a:chExt cx="291450" cy="274100"/>
          </a:xfrm>
        </p:grpSpPr>
        <p:sp>
          <p:nvSpPr>
            <p:cNvPr id="10202" name="Google Shape;10202;p6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5" name="Google Shape;10205;p65"/>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6" name="Google Shape;10206;p65"/>
          <p:cNvGrpSpPr/>
          <p:nvPr/>
        </p:nvGrpSpPr>
        <p:grpSpPr>
          <a:xfrm>
            <a:off x="7340368" y="2140413"/>
            <a:ext cx="420796" cy="420796"/>
            <a:chOff x="-2419325" y="2408150"/>
            <a:chExt cx="291450" cy="291450"/>
          </a:xfrm>
        </p:grpSpPr>
        <p:sp>
          <p:nvSpPr>
            <p:cNvPr id="10207" name="Google Shape;10207;p6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4" name="Google Shape;10214;p65"/>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5" name="Google Shape;10215;p65"/>
          <p:cNvGrpSpPr/>
          <p:nvPr/>
        </p:nvGrpSpPr>
        <p:grpSpPr>
          <a:xfrm>
            <a:off x="4661893" y="3231514"/>
            <a:ext cx="420796" cy="421914"/>
            <a:chOff x="-1333200" y="2770450"/>
            <a:chExt cx="291450" cy="292225"/>
          </a:xfrm>
        </p:grpSpPr>
        <p:sp>
          <p:nvSpPr>
            <p:cNvPr id="10216" name="Google Shape;10216;p6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65"/>
          <p:cNvGrpSpPr/>
          <p:nvPr/>
        </p:nvGrpSpPr>
        <p:grpSpPr>
          <a:xfrm>
            <a:off x="2458506" y="1631256"/>
            <a:ext cx="423069" cy="420796"/>
            <a:chOff x="-5635200" y="2037975"/>
            <a:chExt cx="293025" cy="291450"/>
          </a:xfrm>
        </p:grpSpPr>
        <p:sp>
          <p:nvSpPr>
            <p:cNvPr id="10219" name="Google Shape;10219;p6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65"/>
          <p:cNvGrpSpPr/>
          <p:nvPr/>
        </p:nvGrpSpPr>
        <p:grpSpPr>
          <a:xfrm>
            <a:off x="2456792" y="2140412"/>
            <a:ext cx="426499" cy="420796"/>
            <a:chOff x="-5637575" y="2397900"/>
            <a:chExt cx="295400" cy="291450"/>
          </a:xfrm>
        </p:grpSpPr>
        <p:sp>
          <p:nvSpPr>
            <p:cNvPr id="10222" name="Google Shape;10222;p6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65"/>
          <p:cNvGrpSpPr/>
          <p:nvPr/>
        </p:nvGrpSpPr>
        <p:grpSpPr>
          <a:xfrm>
            <a:off x="2470455" y="2660397"/>
            <a:ext cx="423033" cy="421914"/>
            <a:chOff x="-5635975" y="2757075"/>
            <a:chExt cx="293000" cy="292225"/>
          </a:xfrm>
        </p:grpSpPr>
        <p:sp>
          <p:nvSpPr>
            <p:cNvPr id="10227" name="Google Shape;10227;p6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65"/>
          <p:cNvGrpSpPr/>
          <p:nvPr/>
        </p:nvGrpSpPr>
        <p:grpSpPr>
          <a:xfrm>
            <a:off x="5154391" y="1631256"/>
            <a:ext cx="423069" cy="420796"/>
            <a:chOff x="-3854375" y="2046625"/>
            <a:chExt cx="293025" cy="291450"/>
          </a:xfrm>
        </p:grpSpPr>
        <p:sp>
          <p:nvSpPr>
            <p:cNvPr id="10230" name="Google Shape;10230;p6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65"/>
          <p:cNvGrpSpPr/>
          <p:nvPr/>
        </p:nvGrpSpPr>
        <p:grpSpPr>
          <a:xfrm>
            <a:off x="5153254" y="2138717"/>
            <a:ext cx="425343" cy="424188"/>
            <a:chOff x="-3854375" y="2405000"/>
            <a:chExt cx="294600" cy="293800"/>
          </a:xfrm>
        </p:grpSpPr>
        <p:sp>
          <p:nvSpPr>
            <p:cNvPr id="10233" name="Google Shape;10233;p6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65"/>
          <p:cNvGrpSpPr/>
          <p:nvPr/>
        </p:nvGrpSpPr>
        <p:grpSpPr>
          <a:xfrm>
            <a:off x="5167459" y="2659838"/>
            <a:ext cx="420796" cy="423033"/>
            <a:chOff x="-3852025" y="2764950"/>
            <a:chExt cx="291450" cy="293000"/>
          </a:xfrm>
        </p:grpSpPr>
        <p:sp>
          <p:nvSpPr>
            <p:cNvPr id="10236" name="Google Shape;10236;p6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8" name="Google Shape;10238;p65"/>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5"/>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0" name="Google Shape;10240;p65"/>
          <p:cNvGrpSpPr/>
          <p:nvPr/>
        </p:nvGrpSpPr>
        <p:grpSpPr>
          <a:xfrm>
            <a:off x="7890048" y="2660398"/>
            <a:ext cx="420796" cy="421914"/>
            <a:chOff x="-2060175" y="2768875"/>
            <a:chExt cx="291450" cy="292225"/>
          </a:xfrm>
        </p:grpSpPr>
        <p:sp>
          <p:nvSpPr>
            <p:cNvPr id="10241" name="Google Shape;10241;p6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65"/>
          <p:cNvGrpSpPr/>
          <p:nvPr/>
        </p:nvGrpSpPr>
        <p:grpSpPr>
          <a:xfrm>
            <a:off x="1903657" y="3232071"/>
            <a:ext cx="421914" cy="420796"/>
            <a:chOff x="-937025" y="2064750"/>
            <a:chExt cx="292225" cy="291450"/>
          </a:xfrm>
        </p:grpSpPr>
        <p:sp>
          <p:nvSpPr>
            <p:cNvPr id="10244" name="Google Shape;10244;p6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65"/>
          <p:cNvGrpSpPr/>
          <p:nvPr/>
        </p:nvGrpSpPr>
        <p:grpSpPr>
          <a:xfrm>
            <a:off x="3006820" y="1630697"/>
            <a:ext cx="421951" cy="421914"/>
            <a:chOff x="-5276050" y="2037975"/>
            <a:chExt cx="292250" cy="292225"/>
          </a:xfrm>
        </p:grpSpPr>
        <p:sp>
          <p:nvSpPr>
            <p:cNvPr id="10248" name="Google Shape;10248;p6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1" name="Google Shape;10251;p65"/>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5"/>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3" name="Google Shape;10253;p65"/>
          <p:cNvGrpSpPr/>
          <p:nvPr/>
        </p:nvGrpSpPr>
        <p:grpSpPr>
          <a:xfrm>
            <a:off x="5765634" y="1631256"/>
            <a:ext cx="324133" cy="420796"/>
            <a:chOff x="-3462150" y="2046625"/>
            <a:chExt cx="224500" cy="291450"/>
          </a:xfrm>
        </p:grpSpPr>
        <p:sp>
          <p:nvSpPr>
            <p:cNvPr id="10254" name="Google Shape;10254;p6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65"/>
          <p:cNvGrpSpPr/>
          <p:nvPr/>
        </p:nvGrpSpPr>
        <p:grpSpPr>
          <a:xfrm>
            <a:off x="5741197" y="2139276"/>
            <a:ext cx="373006" cy="423069"/>
            <a:chOff x="-3478675" y="2405775"/>
            <a:chExt cx="258350" cy="293025"/>
          </a:xfrm>
        </p:grpSpPr>
        <p:sp>
          <p:nvSpPr>
            <p:cNvPr id="10262" name="Google Shape;10262;p6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65"/>
          <p:cNvGrpSpPr/>
          <p:nvPr/>
        </p:nvGrpSpPr>
        <p:grpSpPr>
          <a:xfrm>
            <a:off x="5803715" y="2660398"/>
            <a:ext cx="271831" cy="421914"/>
            <a:chOff x="-3443250" y="2765725"/>
            <a:chExt cx="188275" cy="292225"/>
          </a:xfrm>
        </p:grpSpPr>
        <p:sp>
          <p:nvSpPr>
            <p:cNvPr id="10267" name="Google Shape;10267;p6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65"/>
          <p:cNvGrpSpPr/>
          <p:nvPr/>
        </p:nvGrpSpPr>
        <p:grpSpPr>
          <a:xfrm>
            <a:off x="832612" y="3230934"/>
            <a:ext cx="371887" cy="423069"/>
            <a:chOff x="-1684475" y="2049000"/>
            <a:chExt cx="257575" cy="293025"/>
          </a:xfrm>
        </p:grpSpPr>
        <p:sp>
          <p:nvSpPr>
            <p:cNvPr id="10272" name="Google Shape;10272;p6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6" name="Google Shape;10276;p65"/>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7" name="Google Shape;10277;p65"/>
          <p:cNvGrpSpPr/>
          <p:nvPr/>
        </p:nvGrpSpPr>
        <p:grpSpPr>
          <a:xfrm>
            <a:off x="4122504" y="3231514"/>
            <a:ext cx="420796" cy="421914"/>
            <a:chOff x="-1700225" y="2768875"/>
            <a:chExt cx="291450" cy="292225"/>
          </a:xfrm>
        </p:grpSpPr>
        <p:sp>
          <p:nvSpPr>
            <p:cNvPr id="10278" name="Google Shape;10278;p6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65"/>
          <p:cNvGrpSpPr/>
          <p:nvPr/>
        </p:nvGrpSpPr>
        <p:grpSpPr>
          <a:xfrm>
            <a:off x="3590852" y="3230935"/>
            <a:ext cx="371887" cy="423069"/>
            <a:chOff x="-919700" y="2420750"/>
            <a:chExt cx="257575" cy="293025"/>
          </a:xfrm>
        </p:grpSpPr>
        <p:sp>
          <p:nvSpPr>
            <p:cNvPr id="10285" name="Google Shape;10285;p6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65"/>
          <p:cNvGrpSpPr/>
          <p:nvPr/>
        </p:nvGrpSpPr>
        <p:grpSpPr>
          <a:xfrm>
            <a:off x="1926044" y="1645950"/>
            <a:ext cx="409531" cy="410617"/>
            <a:chOff x="6679825" y="2693700"/>
            <a:chExt cx="257875" cy="258575"/>
          </a:xfrm>
        </p:grpSpPr>
        <p:sp>
          <p:nvSpPr>
            <p:cNvPr id="10289" name="Google Shape;10289;p6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65"/>
          <p:cNvGrpSpPr/>
          <p:nvPr/>
        </p:nvGrpSpPr>
        <p:grpSpPr>
          <a:xfrm>
            <a:off x="1915618" y="2142110"/>
            <a:ext cx="420531" cy="417262"/>
            <a:chOff x="6790450" y="3119050"/>
            <a:chExt cx="262750" cy="260675"/>
          </a:xfrm>
        </p:grpSpPr>
        <p:sp>
          <p:nvSpPr>
            <p:cNvPr id="10292" name="Google Shape;10292;p6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5"/>
          <p:cNvGrpSpPr/>
          <p:nvPr/>
        </p:nvGrpSpPr>
        <p:grpSpPr>
          <a:xfrm>
            <a:off x="6542730" y="3755436"/>
            <a:ext cx="358093" cy="407391"/>
            <a:chOff x="7660859" y="2571753"/>
            <a:chExt cx="366561" cy="417024"/>
          </a:xfrm>
        </p:grpSpPr>
        <p:sp>
          <p:nvSpPr>
            <p:cNvPr id="10295" name="Google Shape;10295;p6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65"/>
          <p:cNvGrpSpPr/>
          <p:nvPr/>
        </p:nvGrpSpPr>
        <p:grpSpPr>
          <a:xfrm>
            <a:off x="4077412" y="3755436"/>
            <a:ext cx="407391" cy="407391"/>
            <a:chOff x="5566722" y="2571753"/>
            <a:chExt cx="417024" cy="417024"/>
          </a:xfrm>
        </p:grpSpPr>
        <p:sp>
          <p:nvSpPr>
            <p:cNvPr id="10299" name="Google Shape;10299;p6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65"/>
          <p:cNvGrpSpPr/>
          <p:nvPr/>
        </p:nvGrpSpPr>
        <p:grpSpPr>
          <a:xfrm>
            <a:off x="4693744" y="3857692"/>
            <a:ext cx="407381" cy="202880"/>
            <a:chOff x="6090251" y="2676413"/>
            <a:chExt cx="417014" cy="207677"/>
          </a:xfrm>
        </p:grpSpPr>
        <p:sp>
          <p:nvSpPr>
            <p:cNvPr id="10302" name="Google Shape;10302;p6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65"/>
          <p:cNvGrpSpPr/>
          <p:nvPr/>
        </p:nvGrpSpPr>
        <p:grpSpPr>
          <a:xfrm>
            <a:off x="5926398" y="3755436"/>
            <a:ext cx="407391" cy="407391"/>
            <a:chOff x="7137330" y="2571753"/>
            <a:chExt cx="417024" cy="417024"/>
          </a:xfrm>
        </p:grpSpPr>
        <p:sp>
          <p:nvSpPr>
            <p:cNvPr id="10307" name="Google Shape;10307;p6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65"/>
          <p:cNvGrpSpPr/>
          <p:nvPr/>
        </p:nvGrpSpPr>
        <p:grpSpPr>
          <a:xfrm>
            <a:off x="5310066" y="3755436"/>
            <a:ext cx="407391" cy="407391"/>
            <a:chOff x="6613801" y="2571753"/>
            <a:chExt cx="417024" cy="417024"/>
          </a:xfrm>
        </p:grpSpPr>
        <p:sp>
          <p:nvSpPr>
            <p:cNvPr id="10311" name="Google Shape;10311;p6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65"/>
          <p:cNvGrpSpPr/>
          <p:nvPr/>
        </p:nvGrpSpPr>
        <p:grpSpPr>
          <a:xfrm>
            <a:off x="7896740" y="3238780"/>
            <a:ext cx="407411" cy="407411"/>
            <a:chOff x="2964567" y="2571753"/>
            <a:chExt cx="417045" cy="417045"/>
          </a:xfrm>
        </p:grpSpPr>
        <p:sp>
          <p:nvSpPr>
            <p:cNvPr id="10317" name="Google Shape;10317;p6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65"/>
          <p:cNvGrpSpPr/>
          <p:nvPr/>
        </p:nvGrpSpPr>
        <p:grpSpPr>
          <a:xfrm>
            <a:off x="1612062" y="3815897"/>
            <a:ext cx="407391" cy="286470"/>
            <a:chOff x="3476576" y="2633631"/>
            <a:chExt cx="417024" cy="293244"/>
          </a:xfrm>
        </p:grpSpPr>
        <p:sp>
          <p:nvSpPr>
            <p:cNvPr id="10320" name="Google Shape;10320;p6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65"/>
          <p:cNvGrpSpPr/>
          <p:nvPr/>
        </p:nvGrpSpPr>
        <p:grpSpPr>
          <a:xfrm>
            <a:off x="2228394" y="3755508"/>
            <a:ext cx="407411" cy="407248"/>
            <a:chOff x="3988564" y="2571836"/>
            <a:chExt cx="417045" cy="416878"/>
          </a:xfrm>
        </p:grpSpPr>
        <p:sp>
          <p:nvSpPr>
            <p:cNvPr id="10323" name="Google Shape;10323;p6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5"/>
          <p:cNvGrpSpPr/>
          <p:nvPr/>
        </p:nvGrpSpPr>
        <p:grpSpPr>
          <a:xfrm>
            <a:off x="2844747" y="3755436"/>
            <a:ext cx="407391" cy="407391"/>
            <a:chOff x="4500573" y="2571753"/>
            <a:chExt cx="417024" cy="417024"/>
          </a:xfrm>
        </p:grpSpPr>
        <p:sp>
          <p:nvSpPr>
            <p:cNvPr id="10326" name="Google Shape;10326;p6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65"/>
          <p:cNvGrpSpPr/>
          <p:nvPr/>
        </p:nvGrpSpPr>
        <p:grpSpPr>
          <a:xfrm>
            <a:off x="3461079" y="3755436"/>
            <a:ext cx="407391" cy="407391"/>
            <a:chOff x="5012603" y="2571753"/>
            <a:chExt cx="417024" cy="417024"/>
          </a:xfrm>
        </p:grpSpPr>
        <p:sp>
          <p:nvSpPr>
            <p:cNvPr id="10329" name="Google Shape;10329;p6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1" name="Google Shape;10331;p65"/>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2" name="Google Shape;10332;p65"/>
          <p:cNvGrpSpPr/>
          <p:nvPr/>
        </p:nvGrpSpPr>
        <p:grpSpPr>
          <a:xfrm>
            <a:off x="5721826" y="3238790"/>
            <a:ext cx="407432" cy="407391"/>
            <a:chOff x="812101" y="2571761"/>
            <a:chExt cx="417066" cy="417024"/>
          </a:xfrm>
        </p:grpSpPr>
        <p:sp>
          <p:nvSpPr>
            <p:cNvPr id="10333" name="Google Shape;10333;p6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5"/>
          <p:cNvGrpSpPr/>
          <p:nvPr/>
        </p:nvGrpSpPr>
        <p:grpSpPr>
          <a:xfrm>
            <a:off x="6242420" y="3238790"/>
            <a:ext cx="407391" cy="407391"/>
            <a:chOff x="1323129" y="2571761"/>
            <a:chExt cx="417024" cy="417024"/>
          </a:xfrm>
        </p:grpSpPr>
        <p:sp>
          <p:nvSpPr>
            <p:cNvPr id="10338" name="Google Shape;10338;p6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2" name="Google Shape;10342;p65"/>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3" name="Google Shape;10343;p65"/>
          <p:cNvGrpSpPr/>
          <p:nvPr/>
        </p:nvGrpSpPr>
        <p:grpSpPr>
          <a:xfrm>
            <a:off x="7378895" y="3238843"/>
            <a:ext cx="408023" cy="407411"/>
            <a:chOff x="2344476" y="2571761"/>
            <a:chExt cx="417671" cy="417045"/>
          </a:xfrm>
        </p:grpSpPr>
        <p:sp>
          <p:nvSpPr>
            <p:cNvPr id="10344" name="Google Shape;10344;p6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65"/>
          <p:cNvGrpSpPr/>
          <p:nvPr/>
        </p:nvGrpSpPr>
        <p:grpSpPr>
          <a:xfrm>
            <a:off x="7109755" y="3759535"/>
            <a:ext cx="399178" cy="399178"/>
            <a:chOff x="2038375" y="3798025"/>
            <a:chExt cx="841792" cy="841792"/>
          </a:xfrm>
        </p:grpSpPr>
        <p:sp>
          <p:nvSpPr>
            <p:cNvPr id="10347" name="Google Shape;10347;p65"/>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5"/>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52" name="Shape 10352"/>
        <p:cNvGrpSpPr/>
        <p:nvPr/>
      </p:nvGrpSpPr>
      <p:grpSpPr>
        <a:xfrm>
          <a:off x="0" y="0"/>
          <a:ext cx="0" cy="0"/>
          <a:chOff x="0" y="0"/>
          <a:chExt cx="0" cy="0"/>
        </a:xfrm>
      </p:grpSpPr>
      <p:pic>
        <p:nvPicPr>
          <p:cNvPr id="10353" name="Google Shape;10353;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odern Creative Orange Business Plan by Slidesgo">
  <a:themeElements>
    <a:clrScheme name="Simple Light">
      <a:dk1>
        <a:srgbClr val="181818"/>
      </a:dk1>
      <a:lt1>
        <a:srgbClr val="FFF9F7"/>
      </a:lt1>
      <a:dk2>
        <a:srgbClr val="EC9B22"/>
      </a:dk2>
      <a:lt2>
        <a:srgbClr val="FFCC7D"/>
      </a:lt2>
      <a:accent1>
        <a:srgbClr val="C97700"/>
      </a:accent1>
      <a:accent2>
        <a:srgbClr val="FFFFFF"/>
      </a:accent2>
      <a:accent3>
        <a:srgbClr val="FFFFFF"/>
      </a:accent3>
      <a:accent4>
        <a:srgbClr val="FFFFFF"/>
      </a:accent4>
      <a:accent5>
        <a:srgbClr val="FFFFFF"/>
      </a:accent5>
      <a:accent6>
        <a:srgbClr val="FFFFFF"/>
      </a:accent6>
      <a:hlink>
        <a:srgbClr val="18181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